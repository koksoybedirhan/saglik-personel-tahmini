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CF8780-C019-4AB5-9DDC-746643706A78}" type="doc">
      <dgm:prSet loTypeId="urn:microsoft.com/office/officeart/2005/8/layout/process5" loCatId="process" qsTypeId="urn:microsoft.com/office/officeart/2005/8/quickstyle/simple2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BE6CF222-40B1-4DF6-B804-4C4033025E83}">
      <dgm:prSet/>
      <dgm:spPr/>
      <dgm:t>
        <a:bodyPr/>
        <a:lstStyle/>
        <a:p>
          <a:r>
            <a:rPr lang="en-US"/>
            <a:t>This study focuses on healthcare workforce assignments in Türkiye.</a:t>
          </a:r>
        </a:p>
      </dgm:t>
    </dgm:pt>
    <dgm:pt modelId="{22D46629-F7D5-48FF-9FD8-F972347137CD}" type="parTrans" cxnId="{FC2718E0-4CB4-42F0-80BE-C5BF65FF217C}">
      <dgm:prSet/>
      <dgm:spPr/>
      <dgm:t>
        <a:bodyPr/>
        <a:lstStyle/>
        <a:p>
          <a:endParaRPr lang="en-US"/>
        </a:p>
      </dgm:t>
    </dgm:pt>
    <dgm:pt modelId="{5F6E3E43-67ED-4C2B-9985-2428140D6797}" type="sibTrans" cxnId="{FC2718E0-4CB4-42F0-80BE-C5BF65FF217C}">
      <dgm:prSet/>
      <dgm:spPr/>
      <dgm:t>
        <a:bodyPr/>
        <a:lstStyle/>
        <a:p>
          <a:endParaRPr lang="en-US"/>
        </a:p>
      </dgm:t>
    </dgm:pt>
    <dgm:pt modelId="{FBF299BD-6FDC-4EFA-9B47-2FECE095EC4C}">
      <dgm:prSet/>
      <dgm:spPr/>
      <dgm:t>
        <a:bodyPr/>
        <a:lstStyle/>
        <a:p>
          <a:r>
            <a:rPr lang="en-US" dirty="0"/>
            <a:t>Türkiye is a large country with approximately 85 million people and 81 provinces.</a:t>
          </a:r>
        </a:p>
      </dgm:t>
    </dgm:pt>
    <dgm:pt modelId="{A908C0E4-E84C-48A8-93D5-EF3DFCC0ED3C}" type="parTrans" cxnId="{94FA11ED-5C95-4E6D-BE21-59E15DEE1F48}">
      <dgm:prSet/>
      <dgm:spPr/>
      <dgm:t>
        <a:bodyPr/>
        <a:lstStyle/>
        <a:p>
          <a:endParaRPr lang="en-US"/>
        </a:p>
      </dgm:t>
    </dgm:pt>
    <dgm:pt modelId="{6FD972EF-3845-4965-B4E0-18D6C32775D8}" type="sibTrans" cxnId="{94FA11ED-5C95-4E6D-BE21-59E15DEE1F48}">
      <dgm:prSet/>
      <dgm:spPr/>
      <dgm:t>
        <a:bodyPr/>
        <a:lstStyle/>
        <a:p>
          <a:endParaRPr lang="en-US"/>
        </a:p>
      </dgm:t>
    </dgm:pt>
    <dgm:pt modelId="{4A4EB27E-3768-4BE2-BB6E-E5ECEDD7AC25}">
      <dgm:prSet/>
      <dgm:spPr/>
      <dgm:t>
        <a:bodyPr/>
        <a:lstStyle/>
        <a:p>
          <a:r>
            <a:rPr lang="en-US"/>
            <a:t>Due to its population size and geographic scale, healthcare planning is a critical public policy issue.</a:t>
          </a:r>
        </a:p>
      </dgm:t>
    </dgm:pt>
    <dgm:pt modelId="{91FD3133-EAAD-4B74-AD38-2BB56B84A374}" type="parTrans" cxnId="{F950B742-3D60-44AD-8B31-8A2DF0E1D326}">
      <dgm:prSet/>
      <dgm:spPr/>
      <dgm:t>
        <a:bodyPr/>
        <a:lstStyle/>
        <a:p>
          <a:endParaRPr lang="en-US"/>
        </a:p>
      </dgm:t>
    </dgm:pt>
    <dgm:pt modelId="{107838FC-0667-49B0-9EE1-E62DA494B73E}" type="sibTrans" cxnId="{F950B742-3D60-44AD-8B31-8A2DF0E1D326}">
      <dgm:prSet/>
      <dgm:spPr/>
      <dgm:t>
        <a:bodyPr/>
        <a:lstStyle/>
        <a:p>
          <a:endParaRPr lang="en-US"/>
        </a:p>
      </dgm:t>
    </dgm:pt>
    <dgm:pt modelId="{94B2F530-FADF-4A53-965E-81B4ADEA6C2B}">
      <dgm:prSet/>
      <dgm:spPr/>
      <dgm:t>
        <a:bodyPr/>
        <a:lstStyle/>
        <a:p>
          <a:r>
            <a:rPr lang="en-US"/>
            <a:t>Türkiye adopts a social welfare–oriented healthcare system</a:t>
          </a:r>
          <a:r>
            <a:rPr lang="tr-TR"/>
            <a:t>.</a:t>
          </a:r>
          <a:endParaRPr lang="en-US"/>
        </a:p>
      </dgm:t>
    </dgm:pt>
    <dgm:pt modelId="{4AB62481-31E0-444C-96B7-9A55056F275D}" type="parTrans" cxnId="{4DB260C1-C853-4FF1-B6B1-37CE7CA3DAE4}">
      <dgm:prSet/>
      <dgm:spPr/>
      <dgm:t>
        <a:bodyPr/>
        <a:lstStyle/>
        <a:p>
          <a:endParaRPr lang="en-US"/>
        </a:p>
      </dgm:t>
    </dgm:pt>
    <dgm:pt modelId="{56B79357-F419-4E29-A221-295F8BECF133}" type="sibTrans" cxnId="{4DB260C1-C853-4FF1-B6B1-37CE7CA3DAE4}">
      <dgm:prSet/>
      <dgm:spPr/>
      <dgm:t>
        <a:bodyPr/>
        <a:lstStyle/>
        <a:p>
          <a:endParaRPr lang="en-US"/>
        </a:p>
      </dgm:t>
    </dgm:pt>
    <dgm:pt modelId="{400FA7CC-3A62-4E06-B12B-5C93CE0CEF28}" type="pres">
      <dgm:prSet presAssocID="{FDCF8780-C019-4AB5-9DDC-746643706A78}" presName="diagram" presStyleCnt="0">
        <dgm:presLayoutVars>
          <dgm:dir/>
          <dgm:resizeHandles val="exact"/>
        </dgm:presLayoutVars>
      </dgm:prSet>
      <dgm:spPr/>
    </dgm:pt>
    <dgm:pt modelId="{CDF483A4-A69F-4883-8210-9E892A519E6C}" type="pres">
      <dgm:prSet presAssocID="{BE6CF222-40B1-4DF6-B804-4C4033025E83}" presName="node" presStyleLbl="node1" presStyleIdx="0" presStyleCnt="4">
        <dgm:presLayoutVars>
          <dgm:bulletEnabled val="1"/>
        </dgm:presLayoutVars>
      </dgm:prSet>
      <dgm:spPr/>
    </dgm:pt>
    <dgm:pt modelId="{F2D8C905-2DCF-41FB-99F6-9CDC5AACE1A2}" type="pres">
      <dgm:prSet presAssocID="{5F6E3E43-67ED-4C2B-9985-2428140D6797}" presName="sibTrans" presStyleLbl="sibTrans2D1" presStyleIdx="0" presStyleCnt="3"/>
      <dgm:spPr/>
    </dgm:pt>
    <dgm:pt modelId="{9C714B28-3663-4D7D-8B51-50C7FEBF7785}" type="pres">
      <dgm:prSet presAssocID="{5F6E3E43-67ED-4C2B-9985-2428140D6797}" presName="connectorText" presStyleLbl="sibTrans2D1" presStyleIdx="0" presStyleCnt="3"/>
      <dgm:spPr/>
    </dgm:pt>
    <dgm:pt modelId="{0E7F13AE-873A-45B5-A859-1B73C6DA17A8}" type="pres">
      <dgm:prSet presAssocID="{FBF299BD-6FDC-4EFA-9B47-2FECE095EC4C}" presName="node" presStyleLbl="node1" presStyleIdx="1" presStyleCnt="4">
        <dgm:presLayoutVars>
          <dgm:bulletEnabled val="1"/>
        </dgm:presLayoutVars>
      </dgm:prSet>
      <dgm:spPr/>
    </dgm:pt>
    <dgm:pt modelId="{2F72CE63-25C0-413C-A21A-910BB43ACE25}" type="pres">
      <dgm:prSet presAssocID="{6FD972EF-3845-4965-B4E0-18D6C32775D8}" presName="sibTrans" presStyleLbl="sibTrans2D1" presStyleIdx="1" presStyleCnt="3"/>
      <dgm:spPr/>
    </dgm:pt>
    <dgm:pt modelId="{6FD713B8-935F-4F8F-9C06-7DBC7D43BF40}" type="pres">
      <dgm:prSet presAssocID="{6FD972EF-3845-4965-B4E0-18D6C32775D8}" presName="connectorText" presStyleLbl="sibTrans2D1" presStyleIdx="1" presStyleCnt="3"/>
      <dgm:spPr/>
    </dgm:pt>
    <dgm:pt modelId="{9C692F26-8672-4115-BF9A-7964159043DC}" type="pres">
      <dgm:prSet presAssocID="{4A4EB27E-3768-4BE2-BB6E-E5ECEDD7AC25}" presName="node" presStyleLbl="node1" presStyleIdx="2" presStyleCnt="4">
        <dgm:presLayoutVars>
          <dgm:bulletEnabled val="1"/>
        </dgm:presLayoutVars>
      </dgm:prSet>
      <dgm:spPr/>
    </dgm:pt>
    <dgm:pt modelId="{DB05A7FD-544C-4BAD-9012-24416439037E}" type="pres">
      <dgm:prSet presAssocID="{107838FC-0667-49B0-9EE1-E62DA494B73E}" presName="sibTrans" presStyleLbl="sibTrans2D1" presStyleIdx="2" presStyleCnt="3"/>
      <dgm:spPr/>
    </dgm:pt>
    <dgm:pt modelId="{69EDBE2B-F7DF-4C8C-A7D2-8737299A766A}" type="pres">
      <dgm:prSet presAssocID="{107838FC-0667-49B0-9EE1-E62DA494B73E}" presName="connectorText" presStyleLbl="sibTrans2D1" presStyleIdx="2" presStyleCnt="3"/>
      <dgm:spPr/>
    </dgm:pt>
    <dgm:pt modelId="{D3181733-1430-4C42-AA44-DD60A7678801}" type="pres">
      <dgm:prSet presAssocID="{94B2F530-FADF-4A53-965E-81B4ADEA6C2B}" presName="node" presStyleLbl="node1" presStyleIdx="3" presStyleCnt="4">
        <dgm:presLayoutVars>
          <dgm:bulletEnabled val="1"/>
        </dgm:presLayoutVars>
      </dgm:prSet>
      <dgm:spPr/>
    </dgm:pt>
  </dgm:ptLst>
  <dgm:cxnLst>
    <dgm:cxn modelId="{8C90F905-DE23-4BEA-870C-6A7B236FD0BE}" type="presOf" srcId="{107838FC-0667-49B0-9EE1-E62DA494B73E}" destId="{69EDBE2B-F7DF-4C8C-A7D2-8737299A766A}" srcOrd="1" destOrd="0" presId="urn:microsoft.com/office/officeart/2005/8/layout/process5"/>
    <dgm:cxn modelId="{91DC4731-DFF2-4A98-88CB-4A6D803166A2}" type="presOf" srcId="{5F6E3E43-67ED-4C2B-9985-2428140D6797}" destId="{9C714B28-3663-4D7D-8B51-50C7FEBF7785}" srcOrd="1" destOrd="0" presId="urn:microsoft.com/office/officeart/2005/8/layout/process5"/>
    <dgm:cxn modelId="{F950B742-3D60-44AD-8B31-8A2DF0E1D326}" srcId="{FDCF8780-C019-4AB5-9DDC-746643706A78}" destId="{4A4EB27E-3768-4BE2-BB6E-E5ECEDD7AC25}" srcOrd="2" destOrd="0" parTransId="{91FD3133-EAAD-4B74-AD38-2BB56B84A374}" sibTransId="{107838FC-0667-49B0-9EE1-E62DA494B73E}"/>
    <dgm:cxn modelId="{A61AEE47-966B-4EEC-9D0C-E6B50519EB82}" type="presOf" srcId="{94B2F530-FADF-4A53-965E-81B4ADEA6C2B}" destId="{D3181733-1430-4C42-AA44-DD60A7678801}" srcOrd="0" destOrd="0" presId="urn:microsoft.com/office/officeart/2005/8/layout/process5"/>
    <dgm:cxn modelId="{99644D53-C300-4FD2-8394-17B7D4F6EC35}" type="presOf" srcId="{6FD972EF-3845-4965-B4E0-18D6C32775D8}" destId="{2F72CE63-25C0-413C-A21A-910BB43ACE25}" srcOrd="0" destOrd="0" presId="urn:microsoft.com/office/officeart/2005/8/layout/process5"/>
    <dgm:cxn modelId="{51E6628A-0FF5-40E0-AA4B-2E6728A3731B}" type="presOf" srcId="{6FD972EF-3845-4965-B4E0-18D6C32775D8}" destId="{6FD713B8-935F-4F8F-9C06-7DBC7D43BF40}" srcOrd="1" destOrd="0" presId="urn:microsoft.com/office/officeart/2005/8/layout/process5"/>
    <dgm:cxn modelId="{E92AFB9A-A796-4D4A-8248-CB4FAC6AFEA2}" type="presOf" srcId="{FBF299BD-6FDC-4EFA-9B47-2FECE095EC4C}" destId="{0E7F13AE-873A-45B5-A859-1B73C6DA17A8}" srcOrd="0" destOrd="0" presId="urn:microsoft.com/office/officeart/2005/8/layout/process5"/>
    <dgm:cxn modelId="{EEFB6BB1-D4F8-41A8-A49F-A050916DD41C}" type="presOf" srcId="{BE6CF222-40B1-4DF6-B804-4C4033025E83}" destId="{CDF483A4-A69F-4883-8210-9E892A519E6C}" srcOrd="0" destOrd="0" presId="urn:microsoft.com/office/officeart/2005/8/layout/process5"/>
    <dgm:cxn modelId="{4DB260C1-C853-4FF1-B6B1-37CE7CA3DAE4}" srcId="{FDCF8780-C019-4AB5-9DDC-746643706A78}" destId="{94B2F530-FADF-4A53-965E-81B4ADEA6C2B}" srcOrd="3" destOrd="0" parTransId="{4AB62481-31E0-444C-96B7-9A55056F275D}" sibTransId="{56B79357-F419-4E29-A221-295F8BECF133}"/>
    <dgm:cxn modelId="{3CE38AC4-15C3-421D-9B61-0E32CFC0D533}" type="presOf" srcId="{107838FC-0667-49B0-9EE1-E62DA494B73E}" destId="{DB05A7FD-544C-4BAD-9012-24416439037E}" srcOrd="0" destOrd="0" presId="urn:microsoft.com/office/officeart/2005/8/layout/process5"/>
    <dgm:cxn modelId="{C8DA5DC9-C925-4FC4-A22F-C6C87F08351F}" type="presOf" srcId="{FDCF8780-C019-4AB5-9DDC-746643706A78}" destId="{400FA7CC-3A62-4E06-B12B-5C93CE0CEF28}" srcOrd="0" destOrd="0" presId="urn:microsoft.com/office/officeart/2005/8/layout/process5"/>
    <dgm:cxn modelId="{968814D6-5BE3-4EFF-884D-D888C25176B4}" type="presOf" srcId="{4A4EB27E-3768-4BE2-BB6E-E5ECEDD7AC25}" destId="{9C692F26-8672-4115-BF9A-7964159043DC}" srcOrd="0" destOrd="0" presId="urn:microsoft.com/office/officeart/2005/8/layout/process5"/>
    <dgm:cxn modelId="{FC2718E0-4CB4-42F0-80BE-C5BF65FF217C}" srcId="{FDCF8780-C019-4AB5-9DDC-746643706A78}" destId="{BE6CF222-40B1-4DF6-B804-4C4033025E83}" srcOrd="0" destOrd="0" parTransId="{22D46629-F7D5-48FF-9FD8-F972347137CD}" sibTransId="{5F6E3E43-67ED-4C2B-9985-2428140D6797}"/>
    <dgm:cxn modelId="{37C4DCEB-238D-4140-B8C6-F9A031F1845D}" type="presOf" srcId="{5F6E3E43-67ED-4C2B-9985-2428140D6797}" destId="{F2D8C905-2DCF-41FB-99F6-9CDC5AACE1A2}" srcOrd="0" destOrd="0" presId="urn:microsoft.com/office/officeart/2005/8/layout/process5"/>
    <dgm:cxn modelId="{94FA11ED-5C95-4E6D-BE21-59E15DEE1F48}" srcId="{FDCF8780-C019-4AB5-9DDC-746643706A78}" destId="{FBF299BD-6FDC-4EFA-9B47-2FECE095EC4C}" srcOrd="1" destOrd="0" parTransId="{A908C0E4-E84C-48A8-93D5-EF3DFCC0ED3C}" sibTransId="{6FD972EF-3845-4965-B4E0-18D6C32775D8}"/>
    <dgm:cxn modelId="{80701A28-D931-4759-B899-19EBC1B38EF4}" type="presParOf" srcId="{400FA7CC-3A62-4E06-B12B-5C93CE0CEF28}" destId="{CDF483A4-A69F-4883-8210-9E892A519E6C}" srcOrd="0" destOrd="0" presId="urn:microsoft.com/office/officeart/2005/8/layout/process5"/>
    <dgm:cxn modelId="{59165B7B-F525-4F06-9B10-BCAF97F0254C}" type="presParOf" srcId="{400FA7CC-3A62-4E06-B12B-5C93CE0CEF28}" destId="{F2D8C905-2DCF-41FB-99F6-9CDC5AACE1A2}" srcOrd="1" destOrd="0" presId="urn:microsoft.com/office/officeart/2005/8/layout/process5"/>
    <dgm:cxn modelId="{2DCED3F2-1F31-4925-A21E-812359BD3A08}" type="presParOf" srcId="{F2D8C905-2DCF-41FB-99F6-9CDC5AACE1A2}" destId="{9C714B28-3663-4D7D-8B51-50C7FEBF7785}" srcOrd="0" destOrd="0" presId="urn:microsoft.com/office/officeart/2005/8/layout/process5"/>
    <dgm:cxn modelId="{715D178C-E957-45CF-9AD0-BF5FBEFC470F}" type="presParOf" srcId="{400FA7CC-3A62-4E06-B12B-5C93CE0CEF28}" destId="{0E7F13AE-873A-45B5-A859-1B73C6DA17A8}" srcOrd="2" destOrd="0" presId="urn:microsoft.com/office/officeart/2005/8/layout/process5"/>
    <dgm:cxn modelId="{DA33585C-BDC4-41E4-93F8-9AA517B1F8E2}" type="presParOf" srcId="{400FA7CC-3A62-4E06-B12B-5C93CE0CEF28}" destId="{2F72CE63-25C0-413C-A21A-910BB43ACE25}" srcOrd="3" destOrd="0" presId="urn:microsoft.com/office/officeart/2005/8/layout/process5"/>
    <dgm:cxn modelId="{0504414F-9A92-40ED-9F90-E47562CE8EAD}" type="presParOf" srcId="{2F72CE63-25C0-413C-A21A-910BB43ACE25}" destId="{6FD713B8-935F-4F8F-9C06-7DBC7D43BF40}" srcOrd="0" destOrd="0" presId="urn:microsoft.com/office/officeart/2005/8/layout/process5"/>
    <dgm:cxn modelId="{67C0C510-09DE-47A1-A70D-50B884ADFD33}" type="presParOf" srcId="{400FA7CC-3A62-4E06-B12B-5C93CE0CEF28}" destId="{9C692F26-8672-4115-BF9A-7964159043DC}" srcOrd="4" destOrd="0" presId="urn:microsoft.com/office/officeart/2005/8/layout/process5"/>
    <dgm:cxn modelId="{CF912D60-A7E3-4DE7-A863-B089950254E3}" type="presParOf" srcId="{400FA7CC-3A62-4E06-B12B-5C93CE0CEF28}" destId="{DB05A7FD-544C-4BAD-9012-24416439037E}" srcOrd="5" destOrd="0" presId="urn:microsoft.com/office/officeart/2005/8/layout/process5"/>
    <dgm:cxn modelId="{B4AE5B04-7B52-42B8-93ED-5A600639BF01}" type="presParOf" srcId="{DB05A7FD-544C-4BAD-9012-24416439037E}" destId="{69EDBE2B-F7DF-4C8C-A7D2-8737299A766A}" srcOrd="0" destOrd="0" presId="urn:microsoft.com/office/officeart/2005/8/layout/process5"/>
    <dgm:cxn modelId="{CB22DACB-0B4B-422D-92F2-0620791BEDD8}" type="presParOf" srcId="{400FA7CC-3A62-4E06-B12B-5C93CE0CEF28}" destId="{D3181733-1430-4C42-AA44-DD60A767880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CFA95A-F214-417B-8393-E2B57B2F1090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431114F-710F-4DA7-A6C3-B4BB42B36396}">
      <dgm:prSet/>
      <dgm:spPr/>
      <dgm:t>
        <a:bodyPr/>
        <a:lstStyle/>
        <a:p>
          <a:r>
            <a:rPr lang="en-US" dirty="0"/>
            <a:t>To better understand the healthcare context in Türkiye, public healthcare services are largely funded by the state.</a:t>
          </a:r>
        </a:p>
      </dgm:t>
    </dgm:pt>
    <dgm:pt modelId="{AEF981E4-5477-4D4A-962F-485CC1CFCAA5}" type="parTrans" cxnId="{69105298-C258-47A9-8AE9-61D52215EA5D}">
      <dgm:prSet/>
      <dgm:spPr/>
      <dgm:t>
        <a:bodyPr/>
        <a:lstStyle/>
        <a:p>
          <a:endParaRPr lang="en-US"/>
        </a:p>
      </dgm:t>
    </dgm:pt>
    <dgm:pt modelId="{E7BA519D-F6E9-4F69-A9AD-FD33BB72E45E}" type="sibTrans" cxnId="{69105298-C258-47A9-8AE9-61D52215EA5D}">
      <dgm:prSet/>
      <dgm:spPr/>
      <dgm:t>
        <a:bodyPr/>
        <a:lstStyle/>
        <a:p>
          <a:endParaRPr lang="en-US"/>
        </a:p>
      </dgm:t>
    </dgm:pt>
    <dgm:pt modelId="{FDC31108-FB41-4BA1-9550-0C2C68E03259}">
      <dgm:prSet/>
      <dgm:spPr/>
      <dgm:t>
        <a:bodyPr/>
        <a:lstStyle/>
        <a:p>
          <a:r>
            <a:rPr lang="en-US"/>
            <a:t>In addition, a substantial share of medication costs is covered by government reimbursement schemes.</a:t>
          </a:r>
        </a:p>
      </dgm:t>
    </dgm:pt>
    <dgm:pt modelId="{52A857AD-E1C8-4B28-AD20-68E8C7054846}" type="parTrans" cxnId="{053EAD7B-8C2D-42F6-B1FD-863D878C58BB}">
      <dgm:prSet/>
      <dgm:spPr/>
      <dgm:t>
        <a:bodyPr/>
        <a:lstStyle/>
        <a:p>
          <a:endParaRPr lang="en-US"/>
        </a:p>
      </dgm:t>
    </dgm:pt>
    <dgm:pt modelId="{E1396573-D377-423A-A320-06846F4A8766}" type="sibTrans" cxnId="{053EAD7B-8C2D-42F6-B1FD-863D878C58BB}">
      <dgm:prSet/>
      <dgm:spPr/>
      <dgm:t>
        <a:bodyPr/>
        <a:lstStyle/>
        <a:p>
          <a:endParaRPr lang="en-US"/>
        </a:p>
      </dgm:t>
    </dgm:pt>
    <dgm:pt modelId="{192FA19C-09BC-40FC-97AE-B1FB249C9191}" type="pres">
      <dgm:prSet presAssocID="{BDCFA95A-F214-417B-8393-E2B57B2F1090}" presName="linear" presStyleCnt="0">
        <dgm:presLayoutVars>
          <dgm:animLvl val="lvl"/>
          <dgm:resizeHandles val="exact"/>
        </dgm:presLayoutVars>
      </dgm:prSet>
      <dgm:spPr/>
    </dgm:pt>
    <dgm:pt modelId="{A0B71676-B578-4FDC-834F-9DCB0D339B27}" type="pres">
      <dgm:prSet presAssocID="{0431114F-710F-4DA7-A6C3-B4BB42B363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84C340-9D3D-4D28-8804-A112CB923511}" type="pres">
      <dgm:prSet presAssocID="{E7BA519D-F6E9-4F69-A9AD-FD33BB72E45E}" presName="spacer" presStyleCnt="0"/>
      <dgm:spPr/>
    </dgm:pt>
    <dgm:pt modelId="{A589FD4B-B3F0-48E2-8F1F-85F58FF86901}" type="pres">
      <dgm:prSet presAssocID="{FDC31108-FB41-4BA1-9550-0C2C68E0325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38ADB1D-C357-4AF0-9C39-4F6F0F1F1E1E}" type="presOf" srcId="{0431114F-710F-4DA7-A6C3-B4BB42B36396}" destId="{A0B71676-B578-4FDC-834F-9DCB0D339B27}" srcOrd="0" destOrd="0" presId="urn:microsoft.com/office/officeart/2005/8/layout/vList2"/>
    <dgm:cxn modelId="{053EAD7B-8C2D-42F6-B1FD-863D878C58BB}" srcId="{BDCFA95A-F214-417B-8393-E2B57B2F1090}" destId="{FDC31108-FB41-4BA1-9550-0C2C68E03259}" srcOrd="1" destOrd="0" parTransId="{52A857AD-E1C8-4B28-AD20-68E8C7054846}" sibTransId="{E1396573-D377-423A-A320-06846F4A8766}"/>
    <dgm:cxn modelId="{69105298-C258-47A9-8AE9-61D52215EA5D}" srcId="{BDCFA95A-F214-417B-8393-E2B57B2F1090}" destId="{0431114F-710F-4DA7-A6C3-B4BB42B36396}" srcOrd="0" destOrd="0" parTransId="{AEF981E4-5477-4D4A-962F-485CC1CFCAA5}" sibTransId="{E7BA519D-F6E9-4F69-A9AD-FD33BB72E45E}"/>
    <dgm:cxn modelId="{F63E71A0-F450-404E-8656-D15C003A40BB}" type="presOf" srcId="{FDC31108-FB41-4BA1-9550-0C2C68E03259}" destId="{A589FD4B-B3F0-48E2-8F1F-85F58FF86901}" srcOrd="0" destOrd="0" presId="urn:microsoft.com/office/officeart/2005/8/layout/vList2"/>
    <dgm:cxn modelId="{A11EDFDB-4386-442F-8C5F-FE848E2B1B87}" type="presOf" srcId="{BDCFA95A-F214-417B-8393-E2B57B2F1090}" destId="{192FA19C-09BC-40FC-97AE-B1FB249C9191}" srcOrd="0" destOrd="0" presId="urn:microsoft.com/office/officeart/2005/8/layout/vList2"/>
    <dgm:cxn modelId="{67973B6C-F037-465D-ACB3-2A0DD9558D7B}" type="presParOf" srcId="{192FA19C-09BC-40FC-97AE-B1FB249C9191}" destId="{A0B71676-B578-4FDC-834F-9DCB0D339B27}" srcOrd="0" destOrd="0" presId="urn:microsoft.com/office/officeart/2005/8/layout/vList2"/>
    <dgm:cxn modelId="{8E5D9744-609F-4ACE-A4B8-AABF1C9CCF2B}" type="presParOf" srcId="{192FA19C-09BC-40FC-97AE-B1FB249C9191}" destId="{0084C340-9D3D-4D28-8804-A112CB923511}" srcOrd="1" destOrd="0" presId="urn:microsoft.com/office/officeart/2005/8/layout/vList2"/>
    <dgm:cxn modelId="{848AE06D-368B-44AC-BD94-49D6B07BCBCA}" type="presParOf" srcId="{192FA19C-09BC-40FC-97AE-B1FB249C9191}" destId="{A589FD4B-B3F0-48E2-8F1F-85F58FF8690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663885-479B-46F0-9699-E82B68A143E5}" type="doc">
      <dgm:prSet loTypeId="urn:microsoft.com/office/officeart/2005/8/layout/vList2" loCatId="list" qsTypeId="urn:microsoft.com/office/officeart/2005/8/quickstyle/simple2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85FD0089-C63A-4985-B20F-B625565EFB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Healthcare workforce planning is critical due to the essential role of healthcare systems.</a:t>
          </a:r>
        </a:p>
      </dgm:t>
    </dgm:pt>
    <dgm:pt modelId="{E3D2A9A7-A859-4B70-AA74-3192CAF7CE99}" type="parTrans" cxnId="{083E977B-97D6-4262-9811-17960E377981}">
      <dgm:prSet/>
      <dgm:spPr/>
      <dgm:t>
        <a:bodyPr/>
        <a:lstStyle/>
        <a:p>
          <a:endParaRPr lang="en-US"/>
        </a:p>
      </dgm:t>
    </dgm:pt>
    <dgm:pt modelId="{58BD7021-5537-4963-8FB8-60B1086D0102}" type="sibTrans" cxnId="{083E977B-97D6-4262-9811-17960E37798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1E8747-DBBE-4810-B3B8-036A298D57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Türkiye, personnel assignments are based on hospitals’ self-reported staffing requests.</a:t>
          </a:r>
        </a:p>
      </dgm:t>
    </dgm:pt>
    <dgm:pt modelId="{FD23E499-5AE3-4A5E-A0B9-3FBE63D226A6}" type="parTrans" cxnId="{43827806-73B5-4BA3-9178-545ABE8327BA}">
      <dgm:prSet/>
      <dgm:spPr/>
      <dgm:t>
        <a:bodyPr/>
        <a:lstStyle/>
        <a:p>
          <a:endParaRPr lang="en-US"/>
        </a:p>
      </dgm:t>
    </dgm:pt>
    <dgm:pt modelId="{12679A95-DCD4-4BF4-ADB2-999888F79685}" type="sibTrans" cxnId="{43827806-73B5-4BA3-9178-545ABE8327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F0B0CB-3166-445B-AE69-1DA1D83547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approach may lead to over-allocation in low-need hospitals and under-allocation in high-urgency regions.</a:t>
          </a:r>
        </a:p>
      </dgm:t>
    </dgm:pt>
    <dgm:pt modelId="{0D03622C-F34F-4D36-9839-71BE0AC4531D}" type="parTrans" cxnId="{3641B97B-432F-48EA-AEBB-8566C9535083}">
      <dgm:prSet/>
      <dgm:spPr/>
      <dgm:t>
        <a:bodyPr/>
        <a:lstStyle/>
        <a:p>
          <a:endParaRPr lang="en-US"/>
        </a:p>
      </dgm:t>
    </dgm:pt>
    <dgm:pt modelId="{019822DB-DC2C-435C-8C40-E342459AC365}" type="sibTrans" cxnId="{3641B97B-432F-48EA-AEBB-8566C9535083}">
      <dgm:prSet/>
      <dgm:spPr/>
      <dgm:t>
        <a:bodyPr/>
        <a:lstStyle/>
        <a:p>
          <a:endParaRPr lang="en-US"/>
        </a:p>
      </dgm:t>
    </dgm:pt>
    <dgm:pt modelId="{502EF1FF-2C8C-4BEB-A785-899F2439479D}" type="pres">
      <dgm:prSet presAssocID="{33663885-479B-46F0-9699-E82B68A143E5}" presName="linear" presStyleCnt="0">
        <dgm:presLayoutVars>
          <dgm:animLvl val="lvl"/>
          <dgm:resizeHandles val="exact"/>
        </dgm:presLayoutVars>
      </dgm:prSet>
      <dgm:spPr/>
    </dgm:pt>
    <dgm:pt modelId="{78A32A41-CABE-4247-9E80-AE65E9D4EA6F}" type="pres">
      <dgm:prSet presAssocID="{85FD0089-C63A-4985-B20F-B625565EFB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2F5121-681E-4005-98E2-0D71A8ABFA9C}" type="pres">
      <dgm:prSet presAssocID="{58BD7021-5537-4963-8FB8-60B1086D0102}" presName="spacer" presStyleCnt="0"/>
      <dgm:spPr/>
    </dgm:pt>
    <dgm:pt modelId="{9491DB7A-B573-4685-8986-B2E1BCAB4F6C}" type="pres">
      <dgm:prSet presAssocID="{3A1E8747-DBBE-4810-B3B8-036A298D57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590137-18B5-492C-BD23-4479C0AB664E}" type="pres">
      <dgm:prSet presAssocID="{12679A95-DCD4-4BF4-ADB2-999888F79685}" presName="spacer" presStyleCnt="0"/>
      <dgm:spPr/>
    </dgm:pt>
    <dgm:pt modelId="{24E6A434-1871-4FF2-B59A-2D6C2C9DD6D5}" type="pres">
      <dgm:prSet presAssocID="{55F0B0CB-3166-445B-AE69-1DA1D835471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3827806-73B5-4BA3-9178-545ABE8327BA}" srcId="{33663885-479B-46F0-9699-E82B68A143E5}" destId="{3A1E8747-DBBE-4810-B3B8-036A298D5768}" srcOrd="1" destOrd="0" parTransId="{FD23E499-5AE3-4A5E-A0B9-3FBE63D226A6}" sibTransId="{12679A95-DCD4-4BF4-ADB2-999888F79685}"/>
    <dgm:cxn modelId="{E4EA0815-E9AA-4070-89CB-767647556CE4}" type="presOf" srcId="{85FD0089-C63A-4985-B20F-B625565EFB15}" destId="{78A32A41-CABE-4247-9E80-AE65E9D4EA6F}" srcOrd="0" destOrd="0" presId="urn:microsoft.com/office/officeart/2005/8/layout/vList2"/>
    <dgm:cxn modelId="{4F2C9A43-0401-47F6-A168-3611D238A199}" type="presOf" srcId="{3A1E8747-DBBE-4810-B3B8-036A298D5768}" destId="{9491DB7A-B573-4685-8986-B2E1BCAB4F6C}" srcOrd="0" destOrd="0" presId="urn:microsoft.com/office/officeart/2005/8/layout/vList2"/>
    <dgm:cxn modelId="{A459B76F-DC85-41A4-B9F5-0AD3AB2BA8A4}" type="presOf" srcId="{55F0B0CB-3166-445B-AE69-1DA1D8354718}" destId="{24E6A434-1871-4FF2-B59A-2D6C2C9DD6D5}" srcOrd="0" destOrd="0" presId="urn:microsoft.com/office/officeart/2005/8/layout/vList2"/>
    <dgm:cxn modelId="{083E977B-97D6-4262-9811-17960E377981}" srcId="{33663885-479B-46F0-9699-E82B68A143E5}" destId="{85FD0089-C63A-4985-B20F-B625565EFB15}" srcOrd="0" destOrd="0" parTransId="{E3D2A9A7-A859-4B70-AA74-3192CAF7CE99}" sibTransId="{58BD7021-5537-4963-8FB8-60B1086D0102}"/>
    <dgm:cxn modelId="{3641B97B-432F-48EA-AEBB-8566C9535083}" srcId="{33663885-479B-46F0-9699-E82B68A143E5}" destId="{55F0B0CB-3166-445B-AE69-1DA1D8354718}" srcOrd="2" destOrd="0" parTransId="{0D03622C-F34F-4D36-9839-71BE0AC4531D}" sibTransId="{019822DB-DC2C-435C-8C40-E342459AC365}"/>
    <dgm:cxn modelId="{6C9EABAF-7544-4A28-BC4C-754DA5F1DE65}" type="presOf" srcId="{33663885-479B-46F0-9699-E82B68A143E5}" destId="{502EF1FF-2C8C-4BEB-A785-899F2439479D}" srcOrd="0" destOrd="0" presId="urn:microsoft.com/office/officeart/2005/8/layout/vList2"/>
    <dgm:cxn modelId="{F8231EB9-DBD8-48A6-8F4B-A9FF0172C43D}" type="presParOf" srcId="{502EF1FF-2C8C-4BEB-A785-899F2439479D}" destId="{78A32A41-CABE-4247-9E80-AE65E9D4EA6F}" srcOrd="0" destOrd="0" presId="urn:microsoft.com/office/officeart/2005/8/layout/vList2"/>
    <dgm:cxn modelId="{90A51149-C232-4ECE-BC47-4F5A7A8D05AA}" type="presParOf" srcId="{502EF1FF-2C8C-4BEB-A785-899F2439479D}" destId="{A72F5121-681E-4005-98E2-0D71A8ABFA9C}" srcOrd="1" destOrd="0" presId="urn:microsoft.com/office/officeart/2005/8/layout/vList2"/>
    <dgm:cxn modelId="{FCDDD45C-5ED2-48EF-AA60-E75F75AE1E15}" type="presParOf" srcId="{502EF1FF-2C8C-4BEB-A785-899F2439479D}" destId="{9491DB7A-B573-4685-8986-B2E1BCAB4F6C}" srcOrd="2" destOrd="0" presId="urn:microsoft.com/office/officeart/2005/8/layout/vList2"/>
    <dgm:cxn modelId="{9F9B3C53-829B-469F-9267-AE01890CF217}" type="presParOf" srcId="{502EF1FF-2C8C-4BEB-A785-899F2439479D}" destId="{B4590137-18B5-492C-BD23-4479C0AB664E}" srcOrd="3" destOrd="0" presId="urn:microsoft.com/office/officeart/2005/8/layout/vList2"/>
    <dgm:cxn modelId="{0627506C-1AD0-4580-9C4E-A635F2EE8A07}" type="presParOf" srcId="{502EF1FF-2C8C-4BEB-A785-899F2439479D}" destId="{24E6A434-1871-4FF2-B59A-2D6C2C9DD6D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1471AF-655B-400E-ADC0-F1590EEC00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0A2662-212A-414A-9610-E5B4F0427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address this issue, we propose a population-driven forecasting model for healthcare workforce planning.</a:t>
          </a:r>
        </a:p>
      </dgm:t>
    </dgm:pt>
    <dgm:pt modelId="{0200C5CE-B765-45EA-BD5E-8A37106C5705}" type="parTrans" cxnId="{2D1DE0C8-9AE0-4A1C-9B1F-C0369C6137A8}">
      <dgm:prSet/>
      <dgm:spPr/>
      <dgm:t>
        <a:bodyPr/>
        <a:lstStyle/>
        <a:p>
          <a:endParaRPr lang="en-US"/>
        </a:p>
      </dgm:t>
    </dgm:pt>
    <dgm:pt modelId="{BE2B7BE2-F6FD-4D3E-99BE-960E5478C913}" type="sibTrans" cxnId="{2D1DE0C8-9AE0-4A1C-9B1F-C0369C6137A8}">
      <dgm:prSet/>
      <dgm:spPr/>
      <dgm:t>
        <a:bodyPr/>
        <a:lstStyle/>
        <a:p>
          <a:endParaRPr lang="en-US"/>
        </a:p>
      </dgm:t>
    </dgm:pt>
    <dgm:pt modelId="{4371D25B-B4A1-459E-8CB4-B0C959AF18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Instead of relying on hospital requests, the model predicts future personnel needs at the city level based on population trends.</a:t>
          </a:r>
        </a:p>
      </dgm:t>
    </dgm:pt>
    <dgm:pt modelId="{59D144F2-D7CA-43E5-B092-A842025E0564}" type="parTrans" cxnId="{2AAEABB0-EE03-4138-ACE2-BD2C913DB28D}">
      <dgm:prSet/>
      <dgm:spPr/>
      <dgm:t>
        <a:bodyPr/>
        <a:lstStyle/>
        <a:p>
          <a:endParaRPr lang="en-US"/>
        </a:p>
      </dgm:t>
    </dgm:pt>
    <dgm:pt modelId="{28A5E3E3-F096-4579-B4A7-4FE975070E05}" type="sibTrans" cxnId="{2AAEABB0-EE03-4138-ACE2-BD2C913DB28D}">
      <dgm:prSet/>
      <dgm:spPr/>
      <dgm:t>
        <a:bodyPr/>
        <a:lstStyle/>
        <a:p>
          <a:endParaRPr lang="en-US"/>
        </a:p>
      </dgm:t>
    </dgm:pt>
    <dgm:pt modelId="{A29B3F39-8591-402F-B641-8080CDAEC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approach enables pre-assignment identification of required personnel types and quantities for each city.</a:t>
          </a:r>
        </a:p>
      </dgm:t>
    </dgm:pt>
    <dgm:pt modelId="{D6FB53E3-7154-481B-86C6-CF7ACFE6C4FE}" type="parTrans" cxnId="{85555FB4-45F0-4EEB-8C54-DD21FCBC0322}">
      <dgm:prSet/>
      <dgm:spPr/>
      <dgm:t>
        <a:bodyPr/>
        <a:lstStyle/>
        <a:p>
          <a:endParaRPr lang="en-US"/>
        </a:p>
      </dgm:t>
    </dgm:pt>
    <dgm:pt modelId="{8FC10610-3A41-4A26-8E7E-D11797DA8EFE}" type="sibTrans" cxnId="{85555FB4-45F0-4EEB-8C54-DD21FCBC0322}">
      <dgm:prSet/>
      <dgm:spPr/>
      <dgm:t>
        <a:bodyPr/>
        <a:lstStyle/>
        <a:p>
          <a:endParaRPr lang="en-US"/>
        </a:p>
      </dgm:t>
    </dgm:pt>
    <dgm:pt modelId="{4B2A75CF-033F-451E-8FC6-C1BF75055F24}" type="pres">
      <dgm:prSet presAssocID="{F31471AF-655B-400E-ADC0-F1590EEC00DE}" presName="root" presStyleCnt="0">
        <dgm:presLayoutVars>
          <dgm:dir/>
          <dgm:resizeHandles val="exact"/>
        </dgm:presLayoutVars>
      </dgm:prSet>
      <dgm:spPr/>
    </dgm:pt>
    <dgm:pt modelId="{03D23634-73DA-43BE-893E-EEDCA99BF8C0}" type="pres">
      <dgm:prSet presAssocID="{150A2662-212A-414A-9610-E5B4F04277FF}" presName="compNode" presStyleCnt="0"/>
      <dgm:spPr/>
    </dgm:pt>
    <dgm:pt modelId="{0FA16D44-D0ED-413F-855E-9BBB4FDE8CA3}" type="pres">
      <dgm:prSet presAssocID="{150A2662-212A-414A-9610-E5B4F04277FF}" presName="bgRect" presStyleLbl="bgShp" presStyleIdx="0" presStyleCnt="3"/>
      <dgm:spPr/>
    </dgm:pt>
    <dgm:pt modelId="{E2765944-D02D-4FC3-B375-64EF8692E4EE}" type="pres">
      <dgm:prSet presAssocID="{150A2662-212A-414A-9610-E5B4F04277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oskop"/>
        </a:ext>
      </dgm:extLst>
    </dgm:pt>
    <dgm:pt modelId="{46F9A67A-904B-498D-B010-D6525F54FEEF}" type="pres">
      <dgm:prSet presAssocID="{150A2662-212A-414A-9610-E5B4F04277FF}" presName="spaceRect" presStyleCnt="0"/>
      <dgm:spPr/>
    </dgm:pt>
    <dgm:pt modelId="{C56EFFEB-6CAE-4740-881D-D6900D3A57F0}" type="pres">
      <dgm:prSet presAssocID="{150A2662-212A-414A-9610-E5B4F04277FF}" presName="parTx" presStyleLbl="revTx" presStyleIdx="0" presStyleCnt="3">
        <dgm:presLayoutVars>
          <dgm:chMax val="0"/>
          <dgm:chPref val="0"/>
        </dgm:presLayoutVars>
      </dgm:prSet>
      <dgm:spPr/>
    </dgm:pt>
    <dgm:pt modelId="{9724E53D-421F-408C-8BF0-72BA60DAB125}" type="pres">
      <dgm:prSet presAssocID="{BE2B7BE2-F6FD-4D3E-99BE-960E5478C913}" presName="sibTrans" presStyleCnt="0"/>
      <dgm:spPr/>
    </dgm:pt>
    <dgm:pt modelId="{7C11039E-7E4B-43B9-AE42-6E2C6CDE118D}" type="pres">
      <dgm:prSet presAssocID="{4371D25B-B4A1-459E-8CB4-B0C959AF180C}" presName="compNode" presStyleCnt="0"/>
      <dgm:spPr/>
    </dgm:pt>
    <dgm:pt modelId="{83158BF7-1E48-4E91-9C0A-A53AC783F47A}" type="pres">
      <dgm:prSet presAssocID="{4371D25B-B4A1-459E-8CB4-B0C959AF180C}" presName="bgRect" presStyleLbl="bgShp" presStyleIdx="1" presStyleCnt="3"/>
      <dgm:spPr/>
    </dgm:pt>
    <dgm:pt modelId="{3AF8107B-D1B0-4940-82DF-AEB666EFFF1A}" type="pres">
      <dgm:prSet presAssocID="{4371D25B-B4A1-459E-8CB4-B0C959AF18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"/>
        </a:ext>
      </dgm:extLst>
    </dgm:pt>
    <dgm:pt modelId="{FDD0D54F-1CAF-4460-91CA-D233337C08FE}" type="pres">
      <dgm:prSet presAssocID="{4371D25B-B4A1-459E-8CB4-B0C959AF180C}" presName="spaceRect" presStyleCnt="0"/>
      <dgm:spPr/>
    </dgm:pt>
    <dgm:pt modelId="{06E7273C-AE14-4B7E-BC92-C777378EE55A}" type="pres">
      <dgm:prSet presAssocID="{4371D25B-B4A1-459E-8CB4-B0C959AF180C}" presName="parTx" presStyleLbl="revTx" presStyleIdx="1" presStyleCnt="3">
        <dgm:presLayoutVars>
          <dgm:chMax val="0"/>
          <dgm:chPref val="0"/>
        </dgm:presLayoutVars>
      </dgm:prSet>
      <dgm:spPr/>
    </dgm:pt>
    <dgm:pt modelId="{1B0D8A4E-4E6D-4619-A1F4-68065E3DD68C}" type="pres">
      <dgm:prSet presAssocID="{28A5E3E3-F096-4579-B4A7-4FE975070E05}" presName="sibTrans" presStyleCnt="0"/>
      <dgm:spPr/>
    </dgm:pt>
    <dgm:pt modelId="{DBAC3539-42E0-4BBB-A795-8267047ADE81}" type="pres">
      <dgm:prSet presAssocID="{A29B3F39-8591-402F-B641-8080CDAECD4A}" presName="compNode" presStyleCnt="0"/>
      <dgm:spPr/>
    </dgm:pt>
    <dgm:pt modelId="{C64CC502-E66F-4C9B-8568-C2C33D5721E4}" type="pres">
      <dgm:prSet presAssocID="{A29B3F39-8591-402F-B641-8080CDAECD4A}" presName="bgRect" presStyleLbl="bgShp" presStyleIdx="2" presStyleCnt="3"/>
      <dgm:spPr/>
    </dgm:pt>
    <dgm:pt modelId="{03232F9C-F77D-4A5D-B54F-072A7C4A996D}" type="pres">
      <dgm:prSet presAssocID="{A29B3F39-8591-402F-B641-8080CDAECD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Şehir"/>
        </a:ext>
      </dgm:extLst>
    </dgm:pt>
    <dgm:pt modelId="{09EFFD04-A503-4F6A-9A19-CB0DD5C75718}" type="pres">
      <dgm:prSet presAssocID="{A29B3F39-8591-402F-B641-8080CDAECD4A}" presName="spaceRect" presStyleCnt="0"/>
      <dgm:spPr/>
    </dgm:pt>
    <dgm:pt modelId="{6B783F64-45C7-4C15-BC7A-1638CDFFBEF1}" type="pres">
      <dgm:prSet presAssocID="{A29B3F39-8591-402F-B641-8080CDAECD4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150E90A-150A-417B-97AA-6F3B2AB69115}" type="presOf" srcId="{4371D25B-B4A1-459E-8CB4-B0C959AF180C}" destId="{06E7273C-AE14-4B7E-BC92-C777378EE55A}" srcOrd="0" destOrd="0" presId="urn:microsoft.com/office/officeart/2018/2/layout/IconVerticalSolidList"/>
    <dgm:cxn modelId="{94664B0D-C97D-4908-B3B9-4773C14D73F9}" type="presOf" srcId="{A29B3F39-8591-402F-B641-8080CDAECD4A}" destId="{6B783F64-45C7-4C15-BC7A-1638CDFFBEF1}" srcOrd="0" destOrd="0" presId="urn:microsoft.com/office/officeart/2018/2/layout/IconVerticalSolidList"/>
    <dgm:cxn modelId="{20F25E71-EB23-4B1C-933B-A5790AB13CA1}" type="presOf" srcId="{F31471AF-655B-400E-ADC0-F1590EEC00DE}" destId="{4B2A75CF-033F-451E-8FC6-C1BF75055F24}" srcOrd="0" destOrd="0" presId="urn:microsoft.com/office/officeart/2018/2/layout/IconVerticalSolidList"/>
    <dgm:cxn modelId="{2AAEABB0-EE03-4138-ACE2-BD2C913DB28D}" srcId="{F31471AF-655B-400E-ADC0-F1590EEC00DE}" destId="{4371D25B-B4A1-459E-8CB4-B0C959AF180C}" srcOrd="1" destOrd="0" parTransId="{59D144F2-D7CA-43E5-B092-A842025E0564}" sibTransId="{28A5E3E3-F096-4579-B4A7-4FE975070E05}"/>
    <dgm:cxn modelId="{85555FB4-45F0-4EEB-8C54-DD21FCBC0322}" srcId="{F31471AF-655B-400E-ADC0-F1590EEC00DE}" destId="{A29B3F39-8591-402F-B641-8080CDAECD4A}" srcOrd="2" destOrd="0" parTransId="{D6FB53E3-7154-481B-86C6-CF7ACFE6C4FE}" sibTransId="{8FC10610-3A41-4A26-8E7E-D11797DA8EFE}"/>
    <dgm:cxn modelId="{2D1DE0C8-9AE0-4A1C-9B1F-C0369C6137A8}" srcId="{F31471AF-655B-400E-ADC0-F1590EEC00DE}" destId="{150A2662-212A-414A-9610-E5B4F04277FF}" srcOrd="0" destOrd="0" parTransId="{0200C5CE-B765-45EA-BD5E-8A37106C5705}" sibTransId="{BE2B7BE2-F6FD-4D3E-99BE-960E5478C913}"/>
    <dgm:cxn modelId="{3AA67BDC-C27D-407D-8CA1-37552B714CF1}" type="presOf" srcId="{150A2662-212A-414A-9610-E5B4F04277FF}" destId="{C56EFFEB-6CAE-4740-881D-D6900D3A57F0}" srcOrd="0" destOrd="0" presId="urn:microsoft.com/office/officeart/2018/2/layout/IconVerticalSolidList"/>
    <dgm:cxn modelId="{04538CED-A54F-4ADD-A12C-1BCB2AE1D8A0}" type="presParOf" srcId="{4B2A75CF-033F-451E-8FC6-C1BF75055F24}" destId="{03D23634-73DA-43BE-893E-EEDCA99BF8C0}" srcOrd="0" destOrd="0" presId="urn:microsoft.com/office/officeart/2018/2/layout/IconVerticalSolidList"/>
    <dgm:cxn modelId="{93D09207-BD21-47AC-A83B-DF6237F5AEE3}" type="presParOf" srcId="{03D23634-73DA-43BE-893E-EEDCA99BF8C0}" destId="{0FA16D44-D0ED-413F-855E-9BBB4FDE8CA3}" srcOrd="0" destOrd="0" presId="urn:microsoft.com/office/officeart/2018/2/layout/IconVerticalSolidList"/>
    <dgm:cxn modelId="{107AF703-E52F-4BB3-9773-0E2ABBFB3337}" type="presParOf" srcId="{03D23634-73DA-43BE-893E-EEDCA99BF8C0}" destId="{E2765944-D02D-4FC3-B375-64EF8692E4EE}" srcOrd="1" destOrd="0" presId="urn:microsoft.com/office/officeart/2018/2/layout/IconVerticalSolidList"/>
    <dgm:cxn modelId="{8499D3AE-D19E-4FF9-A182-AA2F256652D9}" type="presParOf" srcId="{03D23634-73DA-43BE-893E-EEDCA99BF8C0}" destId="{46F9A67A-904B-498D-B010-D6525F54FEEF}" srcOrd="2" destOrd="0" presId="urn:microsoft.com/office/officeart/2018/2/layout/IconVerticalSolidList"/>
    <dgm:cxn modelId="{9D52874B-2DE3-4655-81DC-F5C3030338FD}" type="presParOf" srcId="{03D23634-73DA-43BE-893E-EEDCA99BF8C0}" destId="{C56EFFEB-6CAE-4740-881D-D6900D3A57F0}" srcOrd="3" destOrd="0" presId="urn:microsoft.com/office/officeart/2018/2/layout/IconVerticalSolidList"/>
    <dgm:cxn modelId="{ED5B53BF-276A-42FF-A0D6-744CD7BDD388}" type="presParOf" srcId="{4B2A75CF-033F-451E-8FC6-C1BF75055F24}" destId="{9724E53D-421F-408C-8BF0-72BA60DAB125}" srcOrd="1" destOrd="0" presId="urn:microsoft.com/office/officeart/2018/2/layout/IconVerticalSolidList"/>
    <dgm:cxn modelId="{BFEAB323-3E8E-4BE5-86D0-47302F8A7807}" type="presParOf" srcId="{4B2A75CF-033F-451E-8FC6-C1BF75055F24}" destId="{7C11039E-7E4B-43B9-AE42-6E2C6CDE118D}" srcOrd="2" destOrd="0" presId="urn:microsoft.com/office/officeart/2018/2/layout/IconVerticalSolidList"/>
    <dgm:cxn modelId="{3E528BE4-5926-446F-89A8-6D7F7BC417BE}" type="presParOf" srcId="{7C11039E-7E4B-43B9-AE42-6E2C6CDE118D}" destId="{83158BF7-1E48-4E91-9C0A-A53AC783F47A}" srcOrd="0" destOrd="0" presId="urn:microsoft.com/office/officeart/2018/2/layout/IconVerticalSolidList"/>
    <dgm:cxn modelId="{93DDD4E4-C4A3-4767-BF00-87C9119693A1}" type="presParOf" srcId="{7C11039E-7E4B-43B9-AE42-6E2C6CDE118D}" destId="{3AF8107B-D1B0-4940-82DF-AEB666EFFF1A}" srcOrd="1" destOrd="0" presId="urn:microsoft.com/office/officeart/2018/2/layout/IconVerticalSolidList"/>
    <dgm:cxn modelId="{EF8890D1-14C1-49E8-861B-D314FB2D816D}" type="presParOf" srcId="{7C11039E-7E4B-43B9-AE42-6E2C6CDE118D}" destId="{FDD0D54F-1CAF-4460-91CA-D233337C08FE}" srcOrd="2" destOrd="0" presId="urn:microsoft.com/office/officeart/2018/2/layout/IconVerticalSolidList"/>
    <dgm:cxn modelId="{71445A7F-29DC-4E93-AFDA-3E876079BA8B}" type="presParOf" srcId="{7C11039E-7E4B-43B9-AE42-6E2C6CDE118D}" destId="{06E7273C-AE14-4B7E-BC92-C777378EE55A}" srcOrd="3" destOrd="0" presId="urn:microsoft.com/office/officeart/2018/2/layout/IconVerticalSolidList"/>
    <dgm:cxn modelId="{24BCA0D5-3CA0-4576-919A-CCF32B1207D8}" type="presParOf" srcId="{4B2A75CF-033F-451E-8FC6-C1BF75055F24}" destId="{1B0D8A4E-4E6D-4619-A1F4-68065E3DD68C}" srcOrd="3" destOrd="0" presId="urn:microsoft.com/office/officeart/2018/2/layout/IconVerticalSolidList"/>
    <dgm:cxn modelId="{AE0B94E0-A568-40AD-AC8E-4DD861501576}" type="presParOf" srcId="{4B2A75CF-033F-451E-8FC6-C1BF75055F24}" destId="{DBAC3539-42E0-4BBB-A795-8267047ADE81}" srcOrd="4" destOrd="0" presId="urn:microsoft.com/office/officeart/2018/2/layout/IconVerticalSolidList"/>
    <dgm:cxn modelId="{73EE4F8D-B747-4EAC-8235-BA091D4A9946}" type="presParOf" srcId="{DBAC3539-42E0-4BBB-A795-8267047ADE81}" destId="{C64CC502-E66F-4C9B-8568-C2C33D5721E4}" srcOrd="0" destOrd="0" presId="urn:microsoft.com/office/officeart/2018/2/layout/IconVerticalSolidList"/>
    <dgm:cxn modelId="{8FB8A491-75ED-4C0B-AB9D-54AC02FA5DCE}" type="presParOf" srcId="{DBAC3539-42E0-4BBB-A795-8267047ADE81}" destId="{03232F9C-F77D-4A5D-B54F-072A7C4A996D}" srcOrd="1" destOrd="0" presId="urn:microsoft.com/office/officeart/2018/2/layout/IconVerticalSolidList"/>
    <dgm:cxn modelId="{E595555C-EB27-475D-8A43-4AC147475305}" type="presParOf" srcId="{DBAC3539-42E0-4BBB-A795-8267047ADE81}" destId="{09EFFD04-A503-4F6A-9A19-CB0DD5C75718}" srcOrd="2" destOrd="0" presId="urn:microsoft.com/office/officeart/2018/2/layout/IconVerticalSolidList"/>
    <dgm:cxn modelId="{2252D4DE-9368-46E4-8E97-828A8E94DCE5}" type="presParOf" srcId="{DBAC3539-42E0-4BBB-A795-8267047ADE81}" destId="{6B783F64-45C7-4C15-BC7A-1638CDFFBE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BEB548-94F1-447A-898B-7A5D7FF4601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7DAB6E-B3C2-484F-9881-1950D43749DC}">
      <dgm:prSet/>
      <dgm:spPr/>
      <dgm:t>
        <a:bodyPr/>
        <a:lstStyle/>
        <a:p>
          <a:r>
            <a:rPr lang="en-US"/>
            <a:t>The proposed solution is implemented through a data-driven and machine learning–based framework.</a:t>
          </a:r>
        </a:p>
      </dgm:t>
    </dgm:pt>
    <dgm:pt modelId="{1F637E88-EC23-4525-A77C-15A961196206}" type="parTrans" cxnId="{4F99BA40-32D7-4D9A-AE33-867C83E635A5}">
      <dgm:prSet/>
      <dgm:spPr/>
      <dgm:t>
        <a:bodyPr/>
        <a:lstStyle/>
        <a:p>
          <a:endParaRPr lang="en-US"/>
        </a:p>
      </dgm:t>
    </dgm:pt>
    <dgm:pt modelId="{AC17C52A-BDBA-46DD-B702-B320AE5453DD}" type="sibTrans" cxnId="{4F99BA40-32D7-4D9A-AE33-867C83E635A5}">
      <dgm:prSet/>
      <dgm:spPr/>
      <dgm:t>
        <a:bodyPr/>
        <a:lstStyle/>
        <a:p>
          <a:endParaRPr lang="en-US"/>
        </a:p>
      </dgm:t>
    </dgm:pt>
    <dgm:pt modelId="{E8819E20-FAD1-406B-9B8E-87CA2122AFC3}">
      <dgm:prSet/>
      <dgm:spPr/>
      <dgm:t>
        <a:bodyPr/>
        <a:lstStyle/>
        <a:p>
          <a:r>
            <a:rPr lang="en-US"/>
            <a:t>The study integrates demographic and healthcare indicators to forecast future workforce demand.</a:t>
          </a:r>
        </a:p>
      </dgm:t>
    </dgm:pt>
    <dgm:pt modelId="{E91DF3C7-0C39-42F8-B5C5-002F08F90032}" type="parTrans" cxnId="{ACF8E8F6-3341-42FF-98C9-5459B710D161}">
      <dgm:prSet/>
      <dgm:spPr/>
      <dgm:t>
        <a:bodyPr/>
        <a:lstStyle/>
        <a:p>
          <a:endParaRPr lang="en-US"/>
        </a:p>
      </dgm:t>
    </dgm:pt>
    <dgm:pt modelId="{0230E8CA-5C90-4593-8F70-4A76C8CB141D}" type="sibTrans" cxnId="{ACF8E8F6-3341-42FF-98C9-5459B710D161}">
      <dgm:prSet/>
      <dgm:spPr/>
      <dgm:t>
        <a:bodyPr/>
        <a:lstStyle/>
        <a:p>
          <a:endParaRPr lang="en-US"/>
        </a:p>
      </dgm:t>
    </dgm:pt>
    <dgm:pt modelId="{8EA84C60-C38C-4ECB-B8BC-61CDE1A157EB}" type="pres">
      <dgm:prSet presAssocID="{86BEB548-94F1-447A-898B-7A5D7FF46012}" presName="vert0" presStyleCnt="0">
        <dgm:presLayoutVars>
          <dgm:dir/>
          <dgm:animOne val="branch"/>
          <dgm:animLvl val="lvl"/>
        </dgm:presLayoutVars>
      </dgm:prSet>
      <dgm:spPr/>
    </dgm:pt>
    <dgm:pt modelId="{0BD0C757-9C33-473C-9240-D394719DB3CF}" type="pres">
      <dgm:prSet presAssocID="{047DAB6E-B3C2-484F-9881-1950D43749DC}" presName="thickLine" presStyleLbl="alignNode1" presStyleIdx="0" presStyleCnt="2"/>
      <dgm:spPr/>
    </dgm:pt>
    <dgm:pt modelId="{A6ABDA5D-BAB7-4AFD-8759-4A1F066A14E4}" type="pres">
      <dgm:prSet presAssocID="{047DAB6E-B3C2-484F-9881-1950D43749DC}" presName="horz1" presStyleCnt="0"/>
      <dgm:spPr/>
    </dgm:pt>
    <dgm:pt modelId="{79C8F727-E0A0-484B-90D7-DCF798CBD41C}" type="pres">
      <dgm:prSet presAssocID="{047DAB6E-B3C2-484F-9881-1950D43749DC}" presName="tx1" presStyleLbl="revTx" presStyleIdx="0" presStyleCnt="2"/>
      <dgm:spPr/>
    </dgm:pt>
    <dgm:pt modelId="{629D0989-BDA9-41E9-8079-6DEBB306687F}" type="pres">
      <dgm:prSet presAssocID="{047DAB6E-B3C2-484F-9881-1950D43749DC}" presName="vert1" presStyleCnt="0"/>
      <dgm:spPr/>
    </dgm:pt>
    <dgm:pt modelId="{8DFDC192-9EA5-4C5E-85EE-015A8A5289E1}" type="pres">
      <dgm:prSet presAssocID="{E8819E20-FAD1-406B-9B8E-87CA2122AFC3}" presName="thickLine" presStyleLbl="alignNode1" presStyleIdx="1" presStyleCnt="2"/>
      <dgm:spPr/>
    </dgm:pt>
    <dgm:pt modelId="{D94DCC28-1D61-4C43-80F2-A0A192C29677}" type="pres">
      <dgm:prSet presAssocID="{E8819E20-FAD1-406B-9B8E-87CA2122AFC3}" presName="horz1" presStyleCnt="0"/>
      <dgm:spPr/>
    </dgm:pt>
    <dgm:pt modelId="{72E51F54-198D-4FF9-A739-F6A0C6DF1B96}" type="pres">
      <dgm:prSet presAssocID="{E8819E20-FAD1-406B-9B8E-87CA2122AFC3}" presName="tx1" presStyleLbl="revTx" presStyleIdx="1" presStyleCnt="2"/>
      <dgm:spPr/>
    </dgm:pt>
    <dgm:pt modelId="{EE158639-4AF8-4A86-B272-B5B8DABC5FF8}" type="pres">
      <dgm:prSet presAssocID="{E8819E20-FAD1-406B-9B8E-87CA2122AFC3}" presName="vert1" presStyleCnt="0"/>
      <dgm:spPr/>
    </dgm:pt>
  </dgm:ptLst>
  <dgm:cxnLst>
    <dgm:cxn modelId="{C1199704-6316-49D6-A9C0-36F7B945A3B6}" type="presOf" srcId="{86BEB548-94F1-447A-898B-7A5D7FF46012}" destId="{8EA84C60-C38C-4ECB-B8BC-61CDE1A157EB}" srcOrd="0" destOrd="0" presId="urn:microsoft.com/office/officeart/2008/layout/LinedList"/>
    <dgm:cxn modelId="{4F99BA40-32D7-4D9A-AE33-867C83E635A5}" srcId="{86BEB548-94F1-447A-898B-7A5D7FF46012}" destId="{047DAB6E-B3C2-484F-9881-1950D43749DC}" srcOrd="0" destOrd="0" parTransId="{1F637E88-EC23-4525-A77C-15A961196206}" sibTransId="{AC17C52A-BDBA-46DD-B702-B320AE5453DD}"/>
    <dgm:cxn modelId="{E3EC5A4C-8FA1-4061-99B6-0A4D6CCC666D}" type="presOf" srcId="{047DAB6E-B3C2-484F-9881-1950D43749DC}" destId="{79C8F727-E0A0-484B-90D7-DCF798CBD41C}" srcOrd="0" destOrd="0" presId="urn:microsoft.com/office/officeart/2008/layout/LinedList"/>
    <dgm:cxn modelId="{237CABE1-80D2-4FD6-A9F0-F754D8A70D36}" type="presOf" srcId="{E8819E20-FAD1-406B-9B8E-87CA2122AFC3}" destId="{72E51F54-198D-4FF9-A739-F6A0C6DF1B96}" srcOrd="0" destOrd="0" presId="urn:microsoft.com/office/officeart/2008/layout/LinedList"/>
    <dgm:cxn modelId="{ACF8E8F6-3341-42FF-98C9-5459B710D161}" srcId="{86BEB548-94F1-447A-898B-7A5D7FF46012}" destId="{E8819E20-FAD1-406B-9B8E-87CA2122AFC3}" srcOrd="1" destOrd="0" parTransId="{E91DF3C7-0C39-42F8-B5C5-002F08F90032}" sibTransId="{0230E8CA-5C90-4593-8F70-4A76C8CB141D}"/>
    <dgm:cxn modelId="{572287DD-1BFE-4CD0-BC6B-44BD6BABCC23}" type="presParOf" srcId="{8EA84C60-C38C-4ECB-B8BC-61CDE1A157EB}" destId="{0BD0C757-9C33-473C-9240-D394719DB3CF}" srcOrd="0" destOrd="0" presId="urn:microsoft.com/office/officeart/2008/layout/LinedList"/>
    <dgm:cxn modelId="{27187949-709E-4D66-9565-883E229C8111}" type="presParOf" srcId="{8EA84C60-C38C-4ECB-B8BC-61CDE1A157EB}" destId="{A6ABDA5D-BAB7-4AFD-8759-4A1F066A14E4}" srcOrd="1" destOrd="0" presId="urn:microsoft.com/office/officeart/2008/layout/LinedList"/>
    <dgm:cxn modelId="{4CBF9182-7625-48AD-A8E4-3AC58144A9AD}" type="presParOf" srcId="{A6ABDA5D-BAB7-4AFD-8759-4A1F066A14E4}" destId="{79C8F727-E0A0-484B-90D7-DCF798CBD41C}" srcOrd="0" destOrd="0" presId="urn:microsoft.com/office/officeart/2008/layout/LinedList"/>
    <dgm:cxn modelId="{90D6826B-76F5-49B6-AC8E-0FFC56B039D3}" type="presParOf" srcId="{A6ABDA5D-BAB7-4AFD-8759-4A1F066A14E4}" destId="{629D0989-BDA9-41E9-8079-6DEBB306687F}" srcOrd="1" destOrd="0" presId="urn:microsoft.com/office/officeart/2008/layout/LinedList"/>
    <dgm:cxn modelId="{5B6A8222-8324-47B0-BF22-7E91427DAF2A}" type="presParOf" srcId="{8EA84C60-C38C-4ECB-B8BC-61CDE1A157EB}" destId="{8DFDC192-9EA5-4C5E-85EE-015A8A5289E1}" srcOrd="2" destOrd="0" presId="urn:microsoft.com/office/officeart/2008/layout/LinedList"/>
    <dgm:cxn modelId="{CD18E1C0-026D-4A5D-A908-AA9B110FA233}" type="presParOf" srcId="{8EA84C60-C38C-4ECB-B8BC-61CDE1A157EB}" destId="{D94DCC28-1D61-4C43-80F2-A0A192C29677}" srcOrd="3" destOrd="0" presId="urn:microsoft.com/office/officeart/2008/layout/LinedList"/>
    <dgm:cxn modelId="{5CD5F33E-0312-413A-9352-D6B42A1E9C67}" type="presParOf" srcId="{D94DCC28-1D61-4C43-80F2-A0A192C29677}" destId="{72E51F54-198D-4FF9-A739-F6A0C6DF1B96}" srcOrd="0" destOrd="0" presId="urn:microsoft.com/office/officeart/2008/layout/LinedList"/>
    <dgm:cxn modelId="{CFD4207C-D59F-41BE-8C22-5C232B1CC7E0}" type="presParOf" srcId="{D94DCC28-1D61-4C43-80F2-A0A192C29677}" destId="{EE158639-4AF8-4A86-B272-B5B8DABC5F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0A7F7E-419F-445D-B863-0A425679C7DF}" type="doc">
      <dgm:prSet loTypeId="urn:microsoft.com/office/officeart/2005/8/layout/process4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93423BE2-1AE5-4E56-B923-47B538166A61}">
      <dgm:prSet/>
      <dgm:spPr/>
      <dgm:t>
        <a:bodyPr/>
        <a:lstStyle/>
        <a:p>
          <a:r>
            <a:rPr lang="en-US" dirty="0"/>
            <a:t>Data were collected from TURKSTAT (Turkish Statistical Institute) covering the period 2002–2023.</a:t>
          </a:r>
        </a:p>
      </dgm:t>
    </dgm:pt>
    <dgm:pt modelId="{3D264FF0-35A6-4240-B5E9-AEE81FDA2129}" type="parTrans" cxnId="{87833C32-704A-414E-BAD7-0016AA936160}">
      <dgm:prSet/>
      <dgm:spPr/>
      <dgm:t>
        <a:bodyPr/>
        <a:lstStyle/>
        <a:p>
          <a:endParaRPr lang="en-US"/>
        </a:p>
      </dgm:t>
    </dgm:pt>
    <dgm:pt modelId="{66494B75-25A7-4B71-949C-F190E66CBD67}" type="sibTrans" cxnId="{87833C32-704A-414E-BAD7-0016AA936160}">
      <dgm:prSet/>
      <dgm:spPr/>
      <dgm:t>
        <a:bodyPr/>
        <a:lstStyle/>
        <a:p>
          <a:endParaRPr lang="en-US"/>
        </a:p>
      </dgm:t>
    </dgm:pt>
    <dgm:pt modelId="{D65A24A9-DB70-4BC7-A48B-FBAA7D392D95}">
      <dgm:prSet/>
      <dgm:spPr/>
      <dgm:t>
        <a:bodyPr/>
        <a:lstStyle/>
        <a:p>
          <a:r>
            <a:rPr lang="en-US"/>
            <a:t>The dataset includes:</a:t>
          </a:r>
        </a:p>
      </dgm:t>
    </dgm:pt>
    <dgm:pt modelId="{4C14C1D6-4F5A-401A-8C8D-DC30EDD4D435}" type="parTrans" cxnId="{14E9E1CF-196C-4DC1-915A-A7A144F28E5F}">
      <dgm:prSet/>
      <dgm:spPr/>
      <dgm:t>
        <a:bodyPr/>
        <a:lstStyle/>
        <a:p>
          <a:endParaRPr lang="en-US"/>
        </a:p>
      </dgm:t>
    </dgm:pt>
    <dgm:pt modelId="{2D7CE0EA-114B-4E06-A306-C57439DEC366}" type="sibTrans" cxnId="{14E9E1CF-196C-4DC1-915A-A7A144F28E5F}">
      <dgm:prSet/>
      <dgm:spPr/>
      <dgm:t>
        <a:bodyPr/>
        <a:lstStyle/>
        <a:p>
          <a:endParaRPr lang="en-US"/>
        </a:p>
      </dgm:t>
    </dgm:pt>
    <dgm:pt modelId="{0535CAAD-F961-4A07-836F-E58E4D76D471}">
      <dgm:prSet/>
      <dgm:spPr/>
      <dgm:t>
        <a:bodyPr/>
        <a:lstStyle/>
        <a:p>
          <a:r>
            <a:rPr lang="en-US"/>
            <a:t>Eight healthcare personnel types</a:t>
          </a:r>
        </a:p>
      </dgm:t>
    </dgm:pt>
    <dgm:pt modelId="{CB3E346C-1BD6-49B4-A431-0A1C56B50584}" type="parTrans" cxnId="{BA3182DB-E1A3-43F9-8C56-9BE0652DBA0E}">
      <dgm:prSet/>
      <dgm:spPr/>
      <dgm:t>
        <a:bodyPr/>
        <a:lstStyle/>
        <a:p>
          <a:endParaRPr lang="en-US"/>
        </a:p>
      </dgm:t>
    </dgm:pt>
    <dgm:pt modelId="{ED2208ED-20DD-44EE-B05D-A66EBFE09B48}" type="sibTrans" cxnId="{BA3182DB-E1A3-43F9-8C56-9BE0652DBA0E}">
      <dgm:prSet/>
      <dgm:spPr/>
      <dgm:t>
        <a:bodyPr/>
        <a:lstStyle/>
        <a:p>
          <a:endParaRPr lang="en-US"/>
        </a:p>
      </dgm:t>
    </dgm:pt>
    <dgm:pt modelId="{DAB2C145-E7AA-4CAF-989D-A3803D95427A}">
      <dgm:prSet/>
      <dgm:spPr/>
      <dgm:t>
        <a:bodyPr/>
        <a:lstStyle/>
        <a:p>
          <a:r>
            <a:rPr lang="en-US"/>
            <a:t>Number of hospitals</a:t>
          </a:r>
        </a:p>
      </dgm:t>
    </dgm:pt>
    <dgm:pt modelId="{2F3C9119-90C3-4C6B-ADB5-300EAD199C49}" type="parTrans" cxnId="{37C590DF-9D0C-42E0-B18B-1F415C0EA204}">
      <dgm:prSet/>
      <dgm:spPr/>
      <dgm:t>
        <a:bodyPr/>
        <a:lstStyle/>
        <a:p>
          <a:endParaRPr lang="en-US"/>
        </a:p>
      </dgm:t>
    </dgm:pt>
    <dgm:pt modelId="{8AA396AA-7EE3-4AB9-9C4B-690FBA0A7DA4}" type="sibTrans" cxnId="{37C590DF-9D0C-42E0-B18B-1F415C0EA204}">
      <dgm:prSet/>
      <dgm:spPr/>
      <dgm:t>
        <a:bodyPr/>
        <a:lstStyle/>
        <a:p>
          <a:endParaRPr lang="en-US"/>
        </a:p>
      </dgm:t>
    </dgm:pt>
    <dgm:pt modelId="{23CE66AF-DBD2-4DE5-AA64-A60D3E13FA38}">
      <dgm:prSet/>
      <dgm:spPr/>
      <dgm:t>
        <a:bodyPr/>
        <a:lstStyle/>
        <a:p>
          <a:r>
            <a:rPr lang="en-US"/>
            <a:t>Number of hospital beds</a:t>
          </a:r>
        </a:p>
      </dgm:t>
    </dgm:pt>
    <dgm:pt modelId="{812B3921-D292-4073-87D9-AA74905ADE86}" type="parTrans" cxnId="{4F1F5AEC-20A7-418F-804B-481109BE5C89}">
      <dgm:prSet/>
      <dgm:spPr/>
      <dgm:t>
        <a:bodyPr/>
        <a:lstStyle/>
        <a:p>
          <a:endParaRPr lang="en-US"/>
        </a:p>
      </dgm:t>
    </dgm:pt>
    <dgm:pt modelId="{C4F26EEC-02B4-441D-A342-8E646195C7F1}" type="sibTrans" cxnId="{4F1F5AEC-20A7-418F-804B-481109BE5C89}">
      <dgm:prSet/>
      <dgm:spPr/>
      <dgm:t>
        <a:bodyPr/>
        <a:lstStyle/>
        <a:p>
          <a:endParaRPr lang="en-US"/>
        </a:p>
      </dgm:t>
    </dgm:pt>
    <dgm:pt modelId="{48EFD2E7-CC85-4F0C-9427-071D9945D7B8}">
      <dgm:prSet/>
      <dgm:spPr/>
      <dgm:t>
        <a:bodyPr/>
        <a:lstStyle/>
        <a:p>
          <a:r>
            <a:rPr lang="en-US"/>
            <a:t>City-level population data</a:t>
          </a:r>
        </a:p>
      </dgm:t>
    </dgm:pt>
    <dgm:pt modelId="{BFA4844C-35EE-4763-8C0B-ACB343253D9C}" type="parTrans" cxnId="{3FAE2B82-B06C-4AF4-8B84-C9710F86BEE2}">
      <dgm:prSet/>
      <dgm:spPr/>
      <dgm:t>
        <a:bodyPr/>
        <a:lstStyle/>
        <a:p>
          <a:endParaRPr lang="en-US"/>
        </a:p>
      </dgm:t>
    </dgm:pt>
    <dgm:pt modelId="{A5D897AB-B5EF-4757-8A26-5C61F51EDDD1}" type="sibTrans" cxnId="{3FAE2B82-B06C-4AF4-8B84-C9710F86BEE2}">
      <dgm:prSet/>
      <dgm:spPr/>
      <dgm:t>
        <a:bodyPr/>
        <a:lstStyle/>
        <a:p>
          <a:endParaRPr lang="en-US"/>
        </a:p>
      </dgm:t>
    </dgm:pt>
    <dgm:pt modelId="{EADC053B-25B2-43EF-8CC1-2084781CF886}">
      <dgm:prSet/>
      <dgm:spPr/>
      <dgm:t>
        <a:bodyPr/>
        <a:lstStyle/>
        <a:p>
          <a:r>
            <a:rPr lang="en-US"/>
            <a:t>In addition, population data for 2024 were included to estimate city-level workforce demand for 2024.</a:t>
          </a:r>
        </a:p>
      </dgm:t>
    </dgm:pt>
    <dgm:pt modelId="{91F1B7B0-06F7-4636-A6C3-356943562D5E}" type="parTrans" cxnId="{47CBD1B4-F7C3-4EF7-9299-69FD2861D966}">
      <dgm:prSet/>
      <dgm:spPr/>
      <dgm:t>
        <a:bodyPr/>
        <a:lstStyle/>
        <a:p>
          <a:endParaRPr lang="en-US"/>
        </a:p>
      </dgm:t>
    </dgm:pt>
    <dgm:pt modelId="{8EEF71E1-CB5E-4994-8B30-A5D788E2B500}" type="sibTrans" cxnId="{47CBD1B4-F7C3-4EF7-9299-69FD2861D966}">
      <dgm:prSet/>
      <dgm:spPr/>
      <dgm:t>
        <a:bodyPr/>
        <a:lstStyle/>
        <a:p>
          <a:endParaRPr lang="en-US"/>
        </a:p>
      </dgm:t>
    </dgm:pt>
    <dgm:pt modelId="{0680DCE2-E7A0-4145-A616-9E72676C3884}" type="pres">
      <dgm:prSet presAssocID="{F60A7F7E-419F-445D-B863-0A425679C7DF}" presName="Name0" presStyleCnt="0">
        <dgm:presLayoutVars>
          <dgm:dir/>
          <dgm:animLvl val="lvl"/>
          <dgm:resizeHandles val="exact"/>
        </dgm:presLayoutVars>
      </dgm:prSet>
      <dgm:spPr/>
    </dgm:pt>
    <dgm:pt modelId="{2186E63A-8A57-4030-9F4E-A4B94ACA352D}" type="pres">
      <dgm:prSet presAssocID="{EADC053B-25B2-43EF-8CC1-2084781CF886}" presName="boxAndChildren" presStyleCnt="0"/>
      <dgm:spPr/>
    </dgm:pt>
    <dgm:pt modelId="{71C93EE3-DFDB-481D-A386-04C1D70D4D94}" type="pres">
      <dgm:prSet presAssocID="{EADC053B-25B2-43EF-8CC1-2084781CF886}" presName="parentTextBox" presStyleLbl="node1" presStyleIdx="0" presStyleCnt="3"/>
      <dgm:spPr/>
    </dgm:pt>
    <dgm:pt modelId="{569970E8-6F91-458B-8EA9-5D547D22979E}" type="pres">
      <dgm:prSet presAssocID="{2D7CE0EA-114B-4E06-A306-C57439DEC366}" presName="sp" presStyleCnt="0"/>
      <dgm:spPr/>
    </dgm:pt>
    <dgm:pt modelId="{E7E53603-5212-4107-9688-68E6299B7A6F}" type="pres">
      <dgm:prSet presAssocID="{D65A24A9-DB70-4BC7-A48B-FBAA7D392D95}" presName="arrowAndChildren" presStyleCnt="0"/>
      <dgm:spPr/>
    </dgm:pt>
    <dgm:pt modelId="{CDD68CCB-3CA2-45EA-B100-8FD20DB3992F}" type="pres">
      <dgm:prSet presAssocID="{D65A24A9-DB70-4BC7-A48B-FBAA7D392D95}" presName="parentTextArrow" presStyleLbl="node1" presStyleIdx="0" presStyleCnt="3"/>
      <dgm:spPr/>
    </dgm:pt>
    <dgm:pt modelId="{36CF24AE-4497-4208-84E6-38FD37CEF532}" type="pres">
      <dgm:prSet presAssocID="{D65A24A9-DB70-4BC7-A48B-FBAA7D392D95}" presName="arrow" presStyleLbl="node1" presStyleIdx="1" presStyleCnt="3"/>
      <dgm:spPr/>
    </dgm:pt>
    <dgm:pt modelId="{2CB74E47-7F92-44E7-AAA5-EBB5F3441DBC}" type="pres">
      <dgm:prSet presAssocID="{D65A24A9-DB70-4BC7-A48B-FBAA7D392D95}" presName="descendantArrow" presStyleCnt="0"/>
      <dgm:spPr/>
    </dgm:pt>
    <dgm:pt modelId="{41F6BFFE-C483-426D-95D9-0FCB6C97BEBB}" type="pres">
      <dgm:prSet presAssocID="{0535CAAD-F961-4A07-836F-E58E4D76D471}" presName="childTextArrow" presStyleLbl="fgAccFollowNode1" presStyleIdx="0" presStyleCnt="4">
        <dgm:presLayoutVars>
          <dgm:bulletEnabled val="1"/>
        </dgm:presLayoutVars>
      </dgm:prSet>
      <dgm:spPr/>
    </dgm:pt>
    <dgm:pt modelId="{469FF8BD-4C54-4339-A6E2-09B4C602918A}" type="pres">
      <dgm:prSet presAssocID="{DAB2C145-E7AA-4CAF-989D-A3803D95427A}" presName="childTextArrow" presStyleLbl="fgAccFollowNode1" presStyleIdx="1" presStyleCnt="4">
        <dgm:presLayoutVars>
          <dgm:bulletEnabled val="1"/>
        </dgm:presLayoutVars>
      </dgm:prSet>
      <dgm:spPr/>
    </dgm:pt>
    <dgm:pt modelId="{5B0A428D-84F5-4C92-BAC6-F87A26DF0B7E}" type="pres">
      <dgm:prSet presAssocID="{23CE66AF-DBD2-4DE5-AA64-A60D3E13FA38}" presName="childTextArrow" presStyleLbl="fgAccFollowNode1" presStyleIdx="2" presStyleCnt="4">
        <dgm:presLayoutVars>
          <dgm:bulletEnabled val="1"/>
        </dgm:presLayoutVars>
      </dgm:prSet>
      <dgm:spPr/>
    </dgm:pt>
    <dgm:pt modelId="{3E3E0151-EA7A-44C5-9D79-19EF62520E3B}" type="pres">
      <dgm:prSet presAssocID="{48EFD2E7-CC85-4F0C-9427-071D9945D7B8}" presName="childTextArrow" presStyleLbl="fgAccFollowNode1" presStyleIdx="3" presStyleCnt="4">
        <dgm:presLayoutVars>
          <dgm:bulletEnabled val="1"/>
        </dgm:presLayoutVars>
      </dgm:prSet>
      <dgm:spPr/>
    </dgm:pt>
    <dgm:pt modelId="{6B440B77-9C1E-4346-A8FA-FB258E3ECEEE}" type="pres">
      <dgm:prSet presAssocID="{66494B75-25A7-4B71-949C-F190E66CBD67}" presName="sp" presStyleCnt="0"/>
      <dgm:spPr/>
    </dgm:pt>
    <dgm:pt modelId="{FFDE022A-888B-44FB-BE8E-B8648D7EFAB6}" type="pres">
      <dgm:prSet presAssocID="{93423BE2-1AE5-4E56-B923-47B538166A61}" presName="arrowAndChildren" presStyleCnt="0"/>
      <dgm:spPr/>
    </dgm:pt>
    <dgm:pt modelId="{56AEB88D-7157-4003-BB81-DC6A85BCE0A0}" type="pres">
      <dgm:prSet presAssocID="{93423BE2-1AE5-4E56-B923-47B538166A61}" presName="parentTextArrow" presStyleLbl="node1" presStyleIdx="2" presStyleCnt="3"/>
      <dgm:spPr/>
    </dgm:pt>
  </dgm:ptLst>
  <dgm:cxnLst>
    <dgm:cxn modelId="{14C04E10-4F28-4CC7-BE54-8714EADCE066}" type="presOf" srcId="{D65A24A9-DB70-4BC7-A48B-FBAA7D392D95}" destId="{36CF24AE-4497-4208-84E6-38FD37CEF532}" srcOrd="1" destOrd="0" presId="urn:microsoft.com/office/officeart/2005/8/layout/process4"/>
    <dgm:cxn modelId="{87833C32-704A-414E-BAD7-0016AA936160}" srcId="{F60A7F7E-419F-445D-B863-0A425679C7DF}" destId="{93423BE2-1AE5-4E56-B923-47B538166A61}" srcOrd="0" destOrd="0" parTransId="{3D264FF0-35A6-4240-B5E9-AEE81FDA2129}" sibTransId="{66494B75-25A7-4B71-949C-F190E66CBD67}"/>
    <dgm:cxn modelId="{538EDB42-EFFA-41DA-A9A8-A9ACF43AEC6A}" type="presOf" srcId="{93423BE2-1AE5-4E56-B923-47B538166A61}" destId="{56AEB88D-7157-4003-BB81-DC6A85BCE0A0}" srcOrd="0" destOrd="0" presId="urn:microsoft.com/office/officeart/2005/8/layout/process4"/>
    <dgm:cxn modelId="{D65DAB6A-2238-4F26-B2E9-6DAA49D38815}" type="presOf" srcId="{48EFD2E7-CC85-4F0C-9427-071D9945D7B8}" destId="{3E3E0151-EA7A-44C5-9D79-19EF62520E3B}" srcOrd="0" destOrd="0" presId="urn:microsoft.com/office/officeart/2005/8/layout/process4"/>
    <dgm:cxn modelId="{336BB04E-BCDF-48B1-866E-2EBF43A40CE3}" type="presOf" srcId="{23CE66AF-DBD2-4DE5-AA64-A60D3E13FA38}" destId="{5B0A428D-84F5-4C92-BAC6-F87A26DF0B7E}" srcOrd="0" destOrd="0" presId="urn:microsoft.com/office/officeart/2005/8/layout/process4"/>
    <dgm:cxn modelId="{3FAE2B82-B06C-4AF4-8B84-C9710F86BEE2}" srcId="{D65A24A9-DB70-4BC7-A48B-FBAA7D392D95}" destId="{48EFD2E7-CC85-4F0C-9427-071D9945D7B8}" srcOrd="3" destOrd="0" parTransId="{BFA4844C-35EE-4763-8C0B-ACB343253D9C}" sibTransId="{A5D897AB-B5EF-4757-8A26-5C61F51EDDD1}"/>
    <dgm:cxn modelId="{D427ECA1-02D5-45B0-9744-138E89473217}" type="presOf" srcId="{D65A24A9-DB70-4BC7-A48B-FBAA7D392D95}" destId="{CDD68CCB-3CA2-45EA-B100-8FD20DB3992F}" srcOrd="0" destOrd="0" presId="urn:microsoft.com/office/officeart/2005/8/layout/process4"/>
    <dgm:cxn modelId="{42BE96A9-8AA2-4A33-BE99-B274A1AABBE0}" type="presOf" srcId="{F60A7F7E-419F-445D-B863-0A425679C7DF}" destId="{0680DCE2-E7A0-4145-A616-9E72676C3884}" srcOrd="0" destOrd="0" presId="urn:microsoft.com/office/officeart/2005/8/layout/process4"/>
    <dgm:cxn modelId="{47CBD1B4-F7C3-4EF7-9299-69FD2861D966}" srcId="{F60A7F7E-419F-445D-B863-0A425679C7DF}" destId="{EADC053B-25B2-43EF-8CC1-2084781CF886}" srcOrd="2" destOrd="0" parTransId="{91F1B7B0-06F7-4636-A6C3-356943562D5E}" sibTransId="{8EEF71E1-CB5E-4994-8B30-A5D788E2B500}"/>
    <dgm:cxn modelId="{14E9E1CF-196C-4DC1-915A-A7A144F28E5F}" srcId="{F60A7F7E-419F-445D-B863-0A425679C7DF}" destId="{D65A24A9-DB70-4BC7-A48B-FBAA7D392D95}" srcOrd="1" destOrd="0" parTransId="{4C14C1D6-4F5A-401A-8C8D-DC30EDD4D435}" sibTransId="{2D7CE0EA-114B-4E06-A306-C57439DEC366}"/>
    <dgm:cxn modelId="{BA3182DB-E1A3-43F9-8C56-9BE0652DBA0E}" srcId="{D65A24A9-DB70-4BC7-A48B-FBAA7D392D95}" destId="{0535CAAD-F961-4A07-836F-E58E4D76D471}" srcOrd="0" destOrd="0" parTransId="{CB3E346C-1BD6-49B4-A431-0A1C56B50584}" sibTransId="{ED2208ED-20DD-44EE-B05D-A66EBFE09B48}"/>
    <dgm:cxn modelId="{37C590DF-9D0C-42E0-B18B-1F415C0EA204}" srcId="{D65A24A9-DB70-4BC7-A48B-FBAA7D392D95}" destId="{DAB2C145-E7AA-4CAF-989D-A3803D95427A}" srcOrd="1" destOrd="0" parTransId="{2F3C9119-90C3-4C6B-ADB5-300EAD199C49}" sibTransId="{8AA396AA-7EE3-4AB9-9C4B-690FBA0A7DA4}"/>
    <dgm:cxn modelId="{8C59B5E8-19E4-407C-B162-69A897B54E5F}" type="presOf" srcId="{EADC053B-25B2-43EF-8CC1-2084781CF886}" destId="{71C93EE3-DFDB-481D-A386-04C1D70D4D94}" srcOrd="0" destOrd="0" presId="urn:microsoft.com/office/officeart/2005/8/layout/process4"/>
    <dgm:cxn modelId="{4F1F5AEC-20A7-418F-804B-481109BE5C89}" srcId="{D65A24A9-DB70-4BC7-A48B-FBAA7D392D95}" destId="{23CE66AF-DBD2-4DE5-AA64-A60D3E13FA38}" srcOrd="2" destOrd="0" parTransId="{812B3921-D292-4073-87D9-AA74905ADE86}" sibTransId="{C4F26EEC-02B4-441D-A342-8E646195C7F1}"/>
    <dgm:cxn modelId="{5857BCEF-830E-4A31-B8B4-AB822C1267B5}" type="presOf" srcId="{0535CAAD-F961-4A07-836F-E58E4D76D471}" destId="{41F6BFFE-C483-426D-95D9-0FCB6C97BEBB}" srcOrd="0" destOrd="0" presId="urn:microsoft.com/office/officeart/2005/8/layout/process4"/>
    <dgm:cxn modelId="{629A6CF2-D604-4CFB-9683-C7194B430C58}" type="presOf" srcId="{DAB2C145-E7AA-4CAF-989D-A3803D95427A}" destId="{469FF8BD-4C54-4339-A6E2-09B4C602918A}" srcOrd="0" destOrd="0" presId="urn:microsoft.com/office/officeart/2005/8/layout/process4"/>
    <dgm:cxn modelId="{08850619-D75C-403C-81C9-1DF46E7168A0}" type="presParOf" srcId="{0680DCE2-E7A0-4145-A616-9E72676C3884}" destId="{2186E63A-8A57-4030-9F4E-A4B94ACA352D}" srcOrd="0" destOrd="0" presId="urn:microsoft.com/office/officeart/2005/8/layout/process4"/>
    <dgm:cxn modelId="{5A862F71-296C-463B-B7A2-EFA58CF4D7A2}" type="presParOf" srcId="{2186E63A-8A57-4030-9F4E-A4B94ACA352D}" destId="{71C93EE3-DFDB-481D-A386-04C1D70D4D94}" srcOrd="0" destOrd="0" presId="urn:microsoft.com/office/officeart/2005/8/layout/process4"/>
    <dgm:cxn modelId="{EAD7D5F6-EF0C-425E-9CB3-7ECE53D03A20}" type="presParOf" srcId="{0680DCE2-E7A0-4145-A616-9E72676C3884}" destId="{569970E8-6F91-458B-8EA9-5D547D22979E}" srcOrd="1" destOrd="0" presId="urn:microsoft.com/office/officeart/2005/8/layout/process4"/>
    <dgm:cxn modelId="{8E1A38F1-EB4D-48D5-8A70-D5202EDAD605}" type="presParOf" srcId="{0680DCE2-E7A0-4145-A616-9E72676C3884}" destId="{E7E53603-5212-4107-9688-68E6299B7A6F}" srcOrd="2" destOrd="0" presId="urn:microsoft.com/office/officeart/2005/8/layout/process4"/>
    <dgm:cxn modelId="{FBB676F9-2188-4482-885A-7F3C72CA3A03}" type="presParOf" srcId="{E7E53603-5212-4107-9688-68E6299B7A6F}" destId="{CDD68CCB-3CA2-45EA-B100-8FD20DB3992F}" srcOrd="0" destOrd="0" presId="urn:microsoft.com/office/officeart/2005/8/layout/process4"/>
    <dgm:cxn modelId="{33135D4A-097F-4344-914B-D7B950530371}" type="presParOf" srcId="{E7E53603-5212-4107-9688-68E6299B7A6F}" destId="{36CF24AE-4497-4208-84E6-38FD37CEF532}" srcOrd="1" destOrd="0" presId="urn:microsoft.com/office/officeart/2005/8/layout/process4"/>
    <dgm:cxn modelId="{9B139DC8-B8B4-4A46-B5AA-7DDEDD1AC6A2}" type="presParOf" srcId="{E7E53603-5212-4107-9688-68E6299B7A6F}" destId="{2CB74E47-7F92-44E7-AAA5-EBB5F3441DBC}" srcOrd="2" destOrd="0" presId="urn:microsoft.com/office/officeart/2005/8/layout/process4"/>
    <dgm:cxn modelId="{F21E45BA-10AE-4EE2-B466-B19D0A056A87}" type="presParOf" srcId="{2CB74E47-7F92-44E7-AAA5-EBB5F3441DBC}" destId="{41F6BFFE-C483-426D-95D9-0FCB6C97BEBB}" srcOrd="0" destOrd="0" presId="urn:microsoft.com/office/officeart/2005/8/layout/process4"/>
    <dgm:cxn modelId="{EB5AB34D-A8D7-4B93-AE10-547BD92A2F54}" type="presParOf" srcId="{2CB74E47-7F92-44E7-AAA5-EBB5F3441DBC}" destId="{469FF8BD-4C54-4339-A6E2-09B4C602918A}" srcOrd="1" destOrd="0" presId="urn:microsoft.com/office/officeart/2005/8/layout/process4"/>
    <dgm:cxn modelId="{26E95F0D-A4B5-4948-8887-B70339773AE9}" type="presParOf" srcId="{2CB74E47-7F92-44E7-AAA5-EBB5F3441DBC}" destId="{5B0A428D-84F5-4C92-BAC6-F87A26DF0B7E}" srcOrd="2" destOrd="0" presId="urn:microsoft.com/office/officeart/2005/8/layout/process4"/>
    <dgm:cxn modelId="{F3316C75-8B8F-4528-B997-A6A0B386408B}" type="presParOf" srcId="{2CB74E47-7F92-44E7-AAA5-EBB5F3441DBC}" destId="{3E3E0151-EA7A-44C5-9D79-19EF62520E3B}" srcOrd="3" destOrd="0" presId="urn:microsoft.com/office/officeart/2005/8/layout/process4"/>
    <dgm:cxn modelId="{C419FCF4-1329-45D6-9C71-FE32230F63C0}" type="presParOf" srcId="{0680DCE2-E7A0-4145-A616-9E72676C3884}" destId="{6B440B77-9C1E-4346-A8FA-FB258E3ECEEE}" srcOrd="3" destOrd="0" presId="urn:microsoft.com/office/officeart/2005/8/layout/process4"/>
    <dgm:cxn modelId="{E7E3A534-EE14-4235-B38E-5374986E3E7C}" type="presParOf" srcId="{0680DCE2-E7A0-4145-A616-9E72676C3884}" destId="{FFDE022A-888B-44FB-BE8E-B8648D7EFAB6}" srcOrd="4" destOrd="0" presId="urn:microsoft.com/office/officeart/2005/8/layout/process4"/>
    <dgm:cxn modelId="{7930CE59-8418-472B-B0C2-A6342269DD9D}" type="presParOf" srcId="{FFDE022A-888B-44FB-BE8E-B8648D7EFAB6}" destId="{56AEB88D-7157-4003-BB81-DC6A85BCE0A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1AFB1B-06F9-43E4-9085-F3C4D747CCE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18334D-A458-4DBA-AD6C-CDB5B2155205}">
      <dgm:prSet custT="1"/>
      <dgm:spPr/>
      <dgm:t>
        <a:bodyPr/>
        <a:lstStyle/>
        <a:p>
          <a:r>
            <a:rPr lang="tr-TR" sz="2000" dirty="0" err="1"/>
            <a:t>The</a:t>
          </a:r>
          <a:r>
            <a:rPr lang="tr-TR" sz="2000" dirty="0"/>
            <a:t> </a:t>
          </a:r>
          <a:r>
            <a:rPr lang="tr-TR" sz="2000" dirty="0" err="1"/>
            <a:t>dataset</a:t>
          </a:r>
          <a:r>
            <a:rPr lang="tr-TR" sz="2000" dirty="0"/>
            <a:t> </a:t>
          </a:r>
          <a:r>
            <a:rPr lang="tr-TR" sz="2000" dirty="0" err="1"/>
            <a:t>covers</a:t>
          </a:r>
          <a:r>
            <a:rPr lang="tr-TR" sz="2000" dirty="0"/>
            <a:t> </a:t>
          </a:r>
          <a:r>
            <a:rPr lang="tr-TR" sz="2000" dirty="0" err="1"/>
            <a:t>eight</a:t>
          </a:r>
          <a:r>
            <a:rPr lang="tr-TR" sz="2000" dirty="0"/>
            <a:t> </a:t>
          </a:r>
          <a:r>
            <a:rPr lang="tr-TR" sz="2000" dirty="0" err="1"/>
            <a:t>healthcare</a:t>
          </a:r>
          <a:r>
            <a:rPr lang="tr-TR" sz="2000" dirty="0"/>
            <a:t> </a:t>
          </a:r>
          <a:r>
            <a:rPr lang="tr-TR" sz="2000" dirty="0" err="1"/>
            <a:t>personnel</a:t>
          </a:r>
          <a:r>
            <a:rPr lang="tr-TR" sz="2000" dirty="0"/>
            <a:t> </a:t>
          </a:r>
          <a:r>
            <a:rPr lang="tr-TR" sz="2000" dirty="0" err="1"/>
            <a:t>categories</a:t>
          </a:r>
          <a:r>
            <a:rPr lang="tr-TR" sz="2000" dirty="0"/>
            <a:t>:</a:t>
          </a:r>
          <a:endParaRPr lang="en-US" sz="2000" dirty="0"/>
        </a:p>
      </dgm:t>
    </dgm:pt>
    <dgm:pt modelId="{C5BEDCF9-4CCC-49F1-A2F0-BAD66BB05921}" type="parTrans" cxnId="{69B9BF00-8D54-475E-95C5-A7705B8D175F}">
      <dgm:prSet/>
      <dgm:spPr/>
      <dgm:t>
        <a:bodyPr/>
        <a:lstStyle/>
        <a:p>
          <a:endParaRPr lang="en-US"/>
        </a:p>
      </dgm:t>
    </dgm:pt>
    <dgm:pt modelId="{77517459-8E51-4738-BB09-148CE8D8A110}" type="sibTrans" cxnId="{69B9BF00-8D54-475E-95C5-A7705B8D175F}">
      <dgm:prSet/>
      <dgm:spPr/>
      <dgm:t>
        <a:bodyPr/>
        <a:lstStyle/>
        <a:p>
          <a:endParaRPr lang="en-US"/>
        </a:p>
      </dgm:t>
    </dgm:pt>
    <dgm:pt modelId="{75B74220-8685-44A8-A451-26C37EE2A5B2}">
      <dgm:prSet/>
      <dgm:spPr/>
      <dgm:t>
        <a:bodyPr/>
        <a:lstStyle/>
        <a:p>
          <a:r>
            <a:rPr lang="tr-TR" dirty="0"/>
            <a:t>Consultant</a:t>
          </a:r>
          <a:endParaRPr lang="en-US" dirty="0"/>
        </a:p>
      </dgm:t>
    </dgm:pt>
    <dgm:pt modelId="{0620DD33-D44D-4CBD-A0C9-61B6251F8E38}" type="parTrans" cxnId="{BAAEA749-F9A0-4DDE-919F-6EA059311C42}">
      <dgm:prSet/>
      <dgm:spPr/>
      <dgm:t>
        <a:bodyPr/>
        <a:lstStyle/>
        <a:p>
          <a:endParaRPr lang="en-US"/>
        </a:p>
      </dgm:t>
    </dgm:pt>
    <dgm:pt modelId="{529DF519-E265-4285-9728-16F459184DAB}" type="sibTrans" cxnId="{BAAEA749-F9A0-4DDE-919F-6EA059311C42}">
      <dgm:prSet/>
      <dgm:spPr/>
      <dgm:t>
        <a:bodyPr/>
        <a:lstStyle/>
        <a:p>
          <a:endParaRPr lang="en-US"/>
        </a:p>
      </dgm:t>
    </dgm:pt>
    <dgm:pt modelId="{E9E8D1F3-993D-4F43-AF59-9F5E135D43F9}">
      <dgm:prSet/>
      <dgm:spPr/>
      <dgm:t>
        <a:bodyPr/>
        <a:lstStyle/>
        <a:p>
          <a:r>
            <a:rPr lang="tr-TR" dirty="0" err="1"/>
            <a:t>Resident</a:t>
          </a:r>
          <a:r>
            <a:rPr lang="tr-TR" dirty="0"/>
            <a:t> </a:t>
          </a:r>
          <a:r>
            <a:rPr lang="tr-TR" dirty="0" err="1"/>
            <a:t>Doctor</a:t>
          </a:r>
          <a:endParaRPr lang="en-US" dirty="0"/>
        </a:p>
      </dgm:t>
    </dgm:pt>
    <dgm:pt modelId="{8F7789F9-78CD-472F-A761-A063249A961B}" type="parTrans" cxnId="{83720CB7-CCDA-49B2-81C1-B165EC1CC47F}">
      <dgm:prSet/>
      <dgm:spPr/>
      <dgm:t>
        <a:bodyPr/>
        <a:lstStyle/>
        <a:p>
          <a:endParaRPr lang="en-US"/>
        </a:p>
      </dgm:t>
    </dgm:pt>
    <dgm:pt modelId="{E7D4C3F2-723B-4607-A7F7-614DBB00BF76}" type="sibTrans" cxnId="{83720CB7-CCDA-49B2-81C1-B165EC1CC47F}">
      <dgm:prSet/>
      <dgm:spPr/>
      <dgm:t>
        <a:bodyPr/>
        <a:lstStyle/>
        <a:p>
          <a:endParaRPr lang="en-US"/>
        </a:p>
      </dgm:t>
    </dgm:pt>
    <dgm:pt modelId="{51D6F76C-2961-4E26-8827-5F7882FC8CA5}">
      <dgm:prSet/>
      <dgm:spPr/>
      <dgm:t>
        <a:bodyPr/>
        <a:lstStyle/>
        <a:p>
          <a:r>
            <a:rPr lang="tr-TR" dirty="0"/>
            <a:t>General </a:t>
          </a:r>
          <a:r>
            <a:rPr lang="tr-TR" dirty="0" err="1"/>
            <a:t>Practitioners</a:t>
          </a:r>
          <a:endParaRPr lang="en-US" dirty="0"/>
        </a:p>
      </dgm:t>
    </dgm:pt>
    <dgm:pt modelId="{E1B22524-76CB-4CA8-AF8B-3FE8339506E2}" type="parTrans" cxnId="{ADD2BCA6-8F1C-4032-9615-411A93C38B85}">
      <dgm:prSet/>
      <dgm:spPr/>
      <dgm:t>
        <a:bodyPr/>
        <a:lstStyle/>
        <a:p>
          <a:endParaRPr lang="en-US"/>
        </a:p>
      </dgm:t>
    </dgm:pt>
    <dgm:pt modelId="{6FD23341-A6A9-4B1D-9535-FCF57687872E}" type="sibTrans" cxnId="{ADD2BCA6-8F1C-4032-9615-411A93C38B85}">
      <dgm:prSet/>
      <dgm:spPr/>
      <dgm:t>
        <a:bodyPr/>
        <a:lstStyle/>
        <a:p>
          <a:endParaRPr lang="en-US"/>
        </a:p>
      </dgm:t>
    </dgm:pt>
    <dgm:pt modelId="{C46695F7-497E-4865-88E0-D1792F5AD5EB}">
      <dgm:prSet/>
      <dgm:spPr/>
      <dgm:t>
        <a:bodyPr/>
        <a:lstStyle/>
        <a:p>
          <a:r>
            <a:rPr lang="tr-TR"/>
            <a:t>Pharmacists</a:t>
          </a:r>
          <a:endParaRPr lang="en-US"/>
        </a:p>
      </dgm:t>
    </dgm:pt>
    <dgm:pt modelId="{A029B9C3-547D-4E2D-82C1-947D76DB4609}" type="parTrans" cxnId="{7C680748-2CC6-4A26-88AD-328A01E19CCE}">
      <dgm:prSet/>
      <dgm:spPr/>
      <dgm:t>
        <a:bodyPr/>
        <a:lstStyle/>
        <a:p>
          <a:endParaRPr lang="en-US"/>
        </a:p>
      </dgm:t>
    </dgm:pt>
    <dgm:pt modelId="{C993BD90-4B71-4CBE-B540-689B6E0B3466}" type="sibTrans" cxnId="{7C680748-2CC6-4A26-88AD-328A01E19CCE}">
      <dgm:prSet/>
      <dgm:spPr/>
      <dgm:t>
        <a:bodyPr/>
        <a:lstStyle/>
        <a:p>
          <a:endParaRPr lang="en-US"/>
        </a:p>
      </dgm:t>
    </dgm:pt>
    <dgm:pt modelId="{62DA7AC1-9F30-43D9-8484-1A60D4CE422B}">
      <dgm:prSet/>
      <dgm:spPr/>
      <dgm:t>
        <a:bodyPr/>
        <a:lstStyle/>
        <a:p>
          <a:r>
            <a:rPr lang="tr-TR"/>
            <a:t>Dentists</a:t>
          </a:r>
          <a:endParaRPr lang="en-US"/>
        </a:p>
      </dgm:t>
    </dgm:pt>
    <dgm:pt modelId="{401F1089-8C06-4148-9A6E-443C1CB176B9}" type="parTrans" cxnId="{CE6A15C7-B49E-451B-9763-EEEAEF4B46D4}">
      <dgm:prSet/>
      <dgm:spPr/>
      <dgm:t>
        <a:bodyPr/>
        <a:lstStyle/>
        <a:p>
          <a:endParaRPr lang="en-US"/>
        </a:p>
      </dgm:t>
    </dgm:pt>
    <dgm:pt modelId="{7102986B-6B44-4F08-9A6A-27A7E33DEA18}" type="sibTrans" cxnId="{CE6A15C7-B49E-451B-9763-EEEAEF4B46D4}">
      <dgm:prSet/>
      <dgm:spPr/>
      <dgm:t>
        <a:bodyPr/>
        <a:lstStyle/>
        <a:p>
          <a:endParaRPr lang="en-US"/>
        </a:p>
      </dgm:t>
    </dgm:pt>
    <dgm:pt modelId="{C4DC914D-E144-4AB2-9CDD-F0163FF98D56}">
      <dgm:prSet/>
      <dgm:spPr/>
      <dgm:t>
        <a:bodyPr/>
        <a:lstStyle/>
        <a:p>
          <a:r>
            <a:rPr lang="tr-TR"/>
            <a:t>Midwives</a:t>
          </a:r>
          <a:endParaRPr lang="en-US"/>
        </a:p>
      </dgm:t>
    </dgm:pt>
    <dgm:pt modelId="{61A79434-4337-4CE9-A78C-F4C3F7645456}" type="parTrans" cxnId="{6E7D9731-3566-4B7B-9402-08BD98BA9384}">
      <dgm:prSet/>
      <dgm:spPr/>
      <dgm:t>
        <a:bodyPr/>
        <a:lstStyle/>
        <a:p>
          <a:endParaRPr lang="en-US"/>
        </a:p>
      </dgm:t>
    </dgm:pt>
    <dgm:pt modelId="{339415C4-653A-4AF0-AC77-78709AAA7B4E}" type="sibTrans" cxnId="{6E7D9731-3566-4B7B-9402-08BD98BA9384}">
      <dgm:prSet/>
      <dgm:spPr/>
      <dgm:t>
        <a:bodyPr/>
        <a:lstStyle/>
        <a:p>
          <a:endParaRPr lang="en-US"/>
        </a:p>
      </dgm:t>
    </dgm:pt>
    <dgm:pt modelId="{71F4A9A0-668A-464F-A18C-B986E7056D70}">
      <dgm:prSet/>
      <dgm:spPr/>
      <dgm:t>
        <a:bodyPr/>
        <a:lstStyle/>
        <a:p>
          <a:r>
            <a:rPr lang="tr-TR"/>
            <a:t>Nurses</a:t>
          </a:r>
          <a:endParaRPr lang="en-US"/>
        </a:p>
      </dgm:t>
    </dgm:pt>
    <dgm:pt modelId="{6CA55FF1-8638-4726-9C6E-DE76F3BDCF4B}" type="parTrans" cxnId="{005B7D3D-D5EE-4712-9A31-97967C9E32FA}">
      <dgm:prSet/>
      <dgm:spPr/>
      <dgm:t>
        <a:bodyPr/>
        <a:lstStyle/>
        <a:p>
          <a:endParaRPr lang="en-US"/>
        </a:p>
      </dgm:t>
    </dgm:pt>
    <dgm:pt modelId="{E194E8C3-473E-4090-9C16-4BAA0A963914}" type="sibTrans" cxnId="{005B7D3D-D5EE-4712-9A31-97967C9E32FA}">
      <dgm:prSet/>
      <dgm:spPr/>
      <dgm:t>
        <a:bodyPr/>
        <a:lstStyle/>
        <a:p>
          <a:endParaRPr lang="en-US"/>
        </a:p>
      </dgm:t>
    </dgm:pt>
    <dgm:pt modelId="{E6BCC906-9B2A-4A82-9D08-EB7AB6163B7D}">
      <dgm:prSet/>
      <dgm:spPr/>
      <dgm:t>
        <a:bodyPr/>
        <a:lstStyle/>
        <a:p>
          <a:r>
            <a:rPr lang="tr-TR"/>
            <a:t>Other Healthcare Personnel</a:t>
          </a:r>
          <a:endParaRPr lang="en-US"/>
        </a:p>
      </dgm:t>
    </dgm:pt>
    <dgm:pt modelId="{0F4A1AAB-3E29-47B0-A577-C17D7F21865D}" type="parTrans" cxnId="{72F9EF0C-8727-4996-8942-7ACB88A60769}">
      <dgm:prSet/>
      <dgm:spPr/>
      <dgm:t>
        <a:bodyPr/>
        <a:lstStyle/>
        <a:p>
          <a:endParaRPr lang="en-US"/>
        </a:p>
      </dgm:t>
    </dgm:pt>
    <dgm:pt modelId="{0CCBA6D5-53CB-4303-99E4-AED4FE76F3DA}" type="sibTrans" cxnId="{72F9EF0C-8727-4996-8942-7ACB88A60769}">
      <dgm:prSet/>
      <dgm:spPr/>
      <dgm:t>
        <a:bodyPr/>
        <a:lstStyle/>
        <a:p>
          <a:endParaRPr lang="en-US"/>
        </a:p>
      </dgm:t>
    </dgm:pt>
    <dgm:pt modelId="{CE9473A0-86FA-426A-81DB-6D8BD39A55B8}" type="pres">
      <dgm:prSet presAssocID="{711AFB1B-06F9-43E4-9085-F3C4D747CCE2}" presName="vert0" presStyleCnt="0">
        <dgm:presLayoutVars>
          <dgm:dir/>
          <dgm:animOne val="branch"/>
          <dgm:animLvl val="lvl"/>
        </dgm:presLayoutVars>
      </dgm:prSet>
      <dgm:spPr/>
    </dgm:pt>
    <dgm:pt modelId="{3364DFC1-653A-4F73-8F7A-4400D9EF87AA}" type="pres">
      <dgm:prSet presAssocID="{8518334D-A458-4DBA-AD6C-CDB5B2155205}" presName="thickLine" presStyleLbl="alignNode1" presStyleIdx="0" presStyleCnt="1"/>
      <dgm:spPr/>
    </dgm:pt>
    <dgm:pt modelId="{52B7F34D-D357-4CC2-9A3A-2C5B4216C4B1}" type="pres">
      <dgm:prSet presAssocID="{8518334D-A458-4DBA-AD6C-CDB5B2155205}" presName="horz1" presStyleCnt="0"/>
      <dgm:spPr/>
    </dgm:pt>
    <dgm:pt modelId="{AB36A12E-2E1E-4643-9934-877BA8F7FA1D}" type="pres">
      <dgm:prSet presAssocID="{8518334D-A458-4DBA-AD6C-CDB5B2155205}" presName="tx1" presStyleLbl="revTx" presStyleIdx="0" presStyleCnt="9"/>
      <dgm:spPr/>
    </dgm:pt>
    <dgm:pt modelId="{F80CB54D-4665-44A4-9416-D8A2203BB553}" type="pres">
      <dgm:prSet presAssocID="{8518334D-A458-4DBA-AD6C-CDB5B2155205}" presName="vert1" presStyleCnt="0"/>
      <dgm:spPr/>
    </dgm:pt>
    <dgm:pt modelId="{4C691B54-7CD4-4CFC-B6EC-56C00AF416FE}" type="pres">
      <dgm:prSet presAssocID="{75B74220-8685-44A8-A451-26C37EE2A5B2}" presName="vertSpace2a" presStyleCnt="0"/>
      <dgm:spPr/>
    </dgm:pt>
    <dgm:pt modelId="{60242AFC-40BB-40E3-8A45-E4132B225B8C}" type="pres">
      <dgm:prSet presAssocID="{75B74220-8685-44A8-A451-26C37EE2A5B2}" presName="horz2" presStyleCnt="0"/>
      <dgm:spPr/>
    </dgm:pt>
    <dgm:pt modelId="{F8F77FD9-882F-49A2-94E6-0202E3C69DDA}" type="pres">
      <dgm:prSet presAssocID="{75B74220-8685-44A8-A451-26C37EE2A5B2}" presName="horzSpace2" presStyleCnt="0"/>
      <dgm:spPr/>
    </dgm:pt>
    <dgm:pt modelId="{B4F7BD9D-B3FE-484D-9994-97CF87882EC0}" type="pres">
      <dgm:prSet presAssocID="{75B74220-8685-44A8-A451-26C37EE2A5B2}" presName="tx2" presStyleLbl="revTx" presStyleIdx="1" presStyleCnt="9"/>
      <dgm:spPr/>
    </dgm:pt>
    <dgm:pt modelId="{10CFC997-D859-4323-9435-8B3D0EE9A37C}" type="pres">
      <dgm:prSet presAssocID="{75B74220-8685-44A8-A451-26C37EE2A5B2}" presName="vert2" presStyleCnt="0"/>
      <dgm:spPr/>
    </dgm:pt>
    <dgm:pt modelId="{7CC7228C-D5BE-452A-A538-BFCCAF13E8F1}" type="pres">
      <dgm:prSet presAssocID="{75B74220-8685-44A8-A451-26C37EE2A5B2}" presName="thinLine2b" presStyleLbl="callout" presStyleIdx="0" presStyleCnt="8"/>
      <dgm:spPr/>
    </dgm:pt>
    <dgm:pt modelId="{F0E1EE82-DAB6-4311-8EF1-677573B67EE4}" type="pres">
      <dgm:prSet presAssocID="{75B74220-8685-44A8-A451-26C37EE2A5B2}" presName="vertSpace2b" presStyleCnt="0"/>
      <dgm:spPr/>
    </dgm:pt>
    <dgm:pt modelId="{D8A9A09E-4F38-42B5-8C20-C12D42C3A8B3}" type="pres">
      <dgm:prSet presAssocID="{E9E8D1F3-993D-4F43-AF59-9F5E135D43F9}" presName="horz2" presStyleCnt="0"/>
      <dgm:spPr/>
    </dgm:pt>
    <dgm:pt modelId="{542F524A-A8EB-4C0B-9CFE-50491C095022}" type="pres">
      <dgm:prSet presAssocID="{E9E8D1F3-993D-4F43-AF59-9F5E135D43F9}" presName="horzSpace2" presStyleCnt="0"/>
      <dgm:spPr/>
    </dgm:pt>
    <dgm:pt modelId="{653EDA39-5E68-4CC7-BF55-8091A81BE7F8}" type="pres">
      <dgm:prSet presAssocID="{E9E8D1F3-993D-4F43-AF59-9F5E135D43F9}" presName="tx2" presStyleLbl="revTx" presStyleIdx="2" presStyleCnt="9"/>
      <dgm:spPr/>
    </dgm:pt>
    <dgm:pt modelId="{C6C8B019-BEEB-48DE-A8A5-16A084BDAA29}" type="pres">
      <dgm:prSet presAssocID="{E9E8D1F3-993D-4F43-AF59-9F5E135D43F9}" presName="vert2" presStyleCnt="0"/>
      <dgm:spPr/>
    </dgm:pt>
    <dgm:pt modelId="{8B96C293-2D59-4DB8-9D1A-E452E2758B12}" type="pres">
      <dgm:prSet presAssocID="{E9E8D1F3-993D-4F43-AF59-9F5E135D43F9}" presName="thinLine2b" presStyleLbl="callout" presStyleIdx="1" presStyleCnt="8"/>
      <dgm:spPr/>
    </dgm:pt>
    <dgm:pt modelId="{3021BDE4-1335-4314-88BD-8DC7561B2B5B}" type="pres">
      <dgm:prSet presAssocID="{E9E8D1F3-993D-4F43-AF59-9F5E135D43F9}" presName="vertSpace2b" presStyleCnt="0"/>
      <dgm:spPr/>
    </dgm:pt>
    <dgm:pt modelId="{419528B1-235A-444D-B5F7-E87C0FD37230}" type="pres">
      <dgm:prSet presAssocID="{51D6F76C-2961-4E26-8827-5F7882FC8CA5}" presName="horz2" presStyleCnt="0"/>
      <dgm:spPr/>
    </dgm:pt>
    <dgm:pt modelId="{FD9763F1-63E0-40B7-8B35-4C0B4ACA1E3A}" type="pres">
      <dgm:prSet presAssocID="{51D6F76C-2961-4E26-8827-5F7882FC8CA5}" presName="horzSpace2" presStyleCnt="0"/>
      <dgm:spPr/>
    </dgm:pt>
    <dgm:pt modelId="{DEB3CB20-4810-499D-A8DF-4C6D40C4E22F}" type="pres">
      <dgm:prSet presAssocID="{51D6F76C-2961-4E26-8827-5F7882FC8CA5}" presName="tx2" presStyleLbl="revTx" presStyleIdx="3" presStyleCnt="9"/>
      <dgm:spPr/>
    </dgm:pt>
    <dgm:pt modelId="{2F1A9504-189C-40D2-9623-A97E5DFFDC77}" type="pres">
      <dgm:prSet presAssocID="{51D6F76C-2961-4E26-8827-5F7882FC8CA5}" presName="vert2" presStyleCnt="0"/>
      <dgm:spPr/>
    </dgm:pt>
    <dgm:pt modelId="{5DE9935B-80A8-4276-8F00-7F33CA646E04}" type="pres">
      <dgm:prSet presAssocID="{51D6F76C-2961-4E26-8827-5F7882FC8CA5}" presName="thinLine2b" presStyleLbl="callout" presStyleIdx="2" presStyleCnt="8"/>
      <dgm:spPr/>
    </dgm:pt>
    <dgm:pt modelId="{454201EB-D64C-4A98-A4AD-65BC2C2AF106}" type="pres">
      <dgm:prSet presAssocID="{51D6F76C-2961-4E26-8827-5F7882FC8CA5}" presName="vertSpace2b" presStyleCnt="0"/>
      <dgm:spPr/>
    </dgm:pt>
    <dgm:pt modelId="{9C48B5C1-B6DC-4F30-8470-C1C66CE75B2E}" type="pres">
      <dgm:prSet presAssocID="{C46695F7-497E-4865-88E0-D1792F5AD5EB}" presName="horz2" presStyleCnt="0"/>
      <dgm:spPr/>
    </dgm:pt>
    <dgm:pt modelId="{B1203EE1-2B71-4654-8ACB-E952926814B0}" type="pres">
      <dgm:prSet presAssocID="{C46695F7-497E-4865-88E0-D1792F5AD5EB}" presName="horzSpace2" presStyleCnt="0"/>
      <dgm:spPr/>
    </dgm:pt>
    <dgm:pt modelId="{632CFF02-E2C7-4594-8A59-D5243402847A}" type="pres">
      <dgm:prSet presAssocID="{C46695F7-497E-4865-88E0-D1792F5AD5EB}" presName="tx2" presStyleLbl="revTx" presStyleIdx="4" presStyleCnt="9"/>
      <dgm:spPr/>
    </dgm:pt>
    <dgm:pt modelId="{EA7EEEB7-0F49-4F6F-A93D-25D69D5DBD72}" type="pres">
      <dgm:prSet presAssocID="{C46695F7-497E-4865-88E0-D1792F5AD5EB}" presName="vert2" presStyleCnt="0"/>
      <dgm:spPr/>
    </dgm:pt>
    <dgm:pt modelId="{CF83824B-F9DF-4DC2-A059-D1ACF86CE0C4}" type="pres">
      <dgm:prSet presAssocID="{C46695F7-497E-4865-88E0-D1792F5AD5EB}" presName="thinLine2b" presStyleLbl="callout" presStyleIdx="3" presStyleCnt="8"/>
      <dgm:spPr/>
    </dgm:pt>
    <dgm:pt modelId="{EE1B2F29-139F-4954-AE9D-8A1C3F7ED09F}" type="pres">
      <dgm:prSet presAssocID="{C46695F7-497E-4865-88E0-D1792F5AD5EB}" presName="vertSpace2b" presStyleCnt="0"/>
      <dgm:spPr/>
    </dgm:pt>
    <dgm:pt modelId="{8BA7EDDF-33BC-4083-B03B-6213630BF991}" type="pres">
      <dgm:prSet presAssocID="{62DA7AC1-9F30-43D9-8484-1A60D4CE422B}" presName="horz2" presStyleCnt="0"/>
      <dgm:spPr/>
    </dgm:pt>
    <dgm:pt modelId="{4FE3D656-2EB6-45E9-B25D-8781851469B2}" type="pres">
      <dgm:prSet presAssocID="{62DA7AC1-9F30-43D9-8484-1A60D4CE422B}" presName="horzSpace2" presStyleCnt="0"/>
      <dgm:spPr/>
    </dgm:pt>
    <dgm:pt modelId="{4DF0D8EC-8BFD-4757-AEDB-90D3CE530D5F}" type="pres">
      <dgm:prSet presAssocID="{62DA7AC1-9F30-43D9-8484-1A60D4CE422B}" presName="tx2" presStyleLbl="revTx" presStyleIdx="5" presStyleCnt="9"/>
      <dgm:spPr/>
    </dgm:pt>
    <dgm:pt modelId="{769797DC-E2A2-4248-9A1F-4612D838BF08}" type="pres">
      <dgm:prSet presAssocID="{62DA7AC1-9F30-43D9-8484-1A60D4CE422B}" presName="vert2" presStyleCnt="0"/>
      <dgm:spPr/>
    </dgm:pt>
    <dgm:pt modelId="{BE56EBAF-D652-4ABB-B281-DDF52928BFC8}" type="pres">
      <dgm:prSet presAssocID="{62DA7AC1-9F30-43D9-8484-1A60D4CE422B}" presName="thinLine2b" presStyleLbl="callout" presStyleIdx="4" presStyleCnt="8"/>
      <dgm:spPr/>
    </dgm:pt>
    <dgm:pt modelId="{AC0F4075-22C0-4162-9B1C-01EDEB35BB86}" type="pres">
      <dgm:prSet presAssocID="{62DA7AC1-9F30-43D9-8484-1A60D4CE422B}" presName="vertSpace2b" presStyleCnt="0"/>
      <dgm:spPr/>
    </dgm:pt>
    <dgm:pt modelId="{27055934-251D-4B98-8129-94887553526F}" type="pres">
      <dgm:prSet presAssocID="{C4DC914D-E144-4AB2-9CDD-F0163FF98D56}" presName="horz2" presStyleCnt="0"/>
      <dgm:spPr/>
    </dgm:pt>
    <dgm:pt modelId="{C4EF560A-5BE5-451C-A9BC-3BF3A7550403}" type="pres">
      <dgm:prSet presAssocID="{C4DC914D-E144-4AB2-9CDD-F0163FF98D56}" presName="horzSpace2" presStyleCnt="0"/>
      <dgm:spPr/>
    </dgm:pt>
    <dgm:pt modelId="{BEE20241-31E6-457A-8130-7A6F8C7C38A8}" type="pres">
      <dgm:prSet presAssocID="{C4DC914D-E144-4AB2-9CDD-F0163FF98D56}" presName="tx2" presStyleLbl="revTx" presStyleIdx="6" presStyleCnt="9"/>
      <dgm:spPr/>
    </dgm:pt>
    <dgm:pt modelId="{7DAEA676-1182-4DC1-9E05-71BBC8D4A7C0}" type="pres">
      <dgm:prSet presAssocID="{C4DC914D-E144-4AB2-9CDD-F0163FF98D56}" presName="vert2" presStyleCnt="0"/>
      <dgm:spPr/>
    </dgm:pt>
    <dgm:pt modelId="{7A0E5093-D921-4B8A-8D82-0896E353E84C}" type="pres">
      <dgm:prSet presAssocID="{C4DC914D-E144-4AB2-9CDD-F0163FF98D56}" presName="thinLine2b" presStyleLbl="callout" presStyleIdx="5" presStyleCnt="8"/>
      <dgm:spPr/>
    </dgm:pt>
    <dgm:pt modelId="{080465C4-DB8F-4A8D-870A-F811D87BE454}" type="pres">
      <dgm:prSet presAssocID="{C4DC914D-E144-4AB2-9CDD-F0163FF98D56}" presName="vertSpace2b" presStyleCnt="0"/>
      <dgm:spPr/>
    </dgm:pt>
    <dgm:pt modelId="{7793997C-8A98-435A-A511-770FF98BA443}" type="pres">
      <dgm:prSet presAssocID="{71F4A9A0-668A-464F-A18C-B986E7056D70}" presName="horz2" presStyleCnt="0"/>
      <dgm:spPr/>
    </dgm:pt>
    <dgm:pt modelId="{099D3AA2-75EB-4A28-952D-DCFD3A3DDA76}" type="pres">
      <dgm:prSet presAssocID="{71F4A9A0-668A-464F-A18C-B986E7056D70}" presName="horzSpace2" presStyleCnt="0"/>
      <dgm:spPr/>
    </dgm:pt>
    <dgm:pt modelId="{1D71AFE1-0819-4DBA-8230-FA3AC2D4E48D}" type="pres">
      <dgm:prSet presAssocID="{71F4A9A0-668A-464F-A18C-B986E7056D70}" presName="tx2" presStyleLbl="revTx" presStyleIdx="7" presStyleCnt="9"/>
      <dgm:spPr/>
    </dgm:pt>
    <dgm:pt modelId="{80503E8A-69B1-489F-94F5-91F87FB4579A}" type="pres">
      <dgm:prSet presAssocID="{71F4A9A0-668A-464F-A18C-B986E7056D70}" presName="vert2" presStyleCnt="0"/>
      <dgm:spPr/>
    </dgm:pt>
    <dgm:pt modelId="{918FD2AF-8F6B-4847-A89B-FAB2AB0A4BCE}" type="pres">
      <dgm:prSet presAssocID="{71F4A9A0-668A-464F-A18C-B986E7056D70}" presName="thinLine2b" presStyleLbl="callout" presStyleIdx="6" presStyleCnt="8"/>
      <dgm:spPr/>
    </dgm:pt>
    <dgm:pt modelId="{1D0D6660-5372-4A3C-928B-B103E532A07D}" type="pres">
      <dgm:prSet presAssocID="{71F4A9A0-668A-464F-A18C-B986E7056D70}" presName="vertSpace2b" presStyleCnt="0"/>
      <dgm:spPr/>
    </dgm:pt>
    <dgm:pt modelId="{D5629CAE-9DB7-43FA-8903-06FD3168B9D3}" type="pres">
      <dgm:prSet presAssocID="{E6BCC906-9B2A-4A82-9D08-EB7AB6163B7D}" presName="horz2" presStyleCnt="0"/>
      <dgm:spPr/>
    </dgm:pt>
    <dgm:pt modelId="{D8FC0271-BF28-4A3C-A3BA-1AA8315007CF}" type="pres">
      <dgm:prSet presAssocID="{E6BCC906-9B2A-4A82-9D08-EB7AB6163B7D}" presName="horzSpace2" presStyleCnt="0"/>
      <dgm:spPr/>
    </dgm:pt>
    <dgm:pt modelId="{1371B48F-B0E8-49EA-831F-6203B35AAE4E}" type="pres">
      <dgm:prSet presAssocID="{E6BCC906-9B2A-4A82-9D08-EB7AB6163B7D}" presName="tx2" presStyleLbl="revTx" presStyleIdx="8" presStyleCnt="9"/>
      <dgm:spPr/>
    </dgm:pt>
    <dgm:pt modelId="{919FEAFE-B121-49CE-B4DF-1355CBCC6F3F}" type="pres">
      <dgm:prSet presAssocID="{E6BCC906-9B2A-4A82-9D08-EB7AB6163B7D}" presName="vert2" presStyleCnt="0"/>
      <dgm:spPr/>
    </dgm:pt>
    <dgm:pt modelId="{AEAB0341-A841-4448-90AD-E6971CE7BAF3}" type="pres">
      <dgm:prSet presAssocID="{E6BCC906-9B2A-4A82-9D08-EB7AB6163B7D}" presName="thinLine2b" presStyleLbl="callout" presStyleIdx="7" presStyleCnt="8"/>
      <dgm:spPr/>
    </dgm:pt>
    <dgm:pt modelId="{E3565EF8-6942-423B-A1C1-DE9E6D28D237}" type="pres">
      <dgm:prSet presAssocID="{E6BCC906-9B2A-4A82-9D08-EB7AB6163B7D}" presName="vertSpace2b" presStyleCnt="0"/>
      <dgm:spPr/>
    </dgm:pt>
  </dgm:ptLst>
  <dgm:cxnLst>
    <dgm:cxn modelId="{69B9BF00-8D54-475E-95C5-A7705B8D175F}" srcId="{711AFB1B-06F9-43E4-9085-F3C4D747CCE2}" destId="{8518334D-A458-4DBA-AD6C-CDB5B2155205}" srcOrd="0" destOrd="0" parTransId="{C5BEDCF9-4CCC-49F1-A2F0-BAD66BB05921}" sibTransId="{77517459-8E51-4738-BB09-148CE8D8A110}"/>
    <dgm:cxn modelId="{72F9EF0C-8727-4996-8942-7ACB88A60769}" srcId="{8518334D-A458-4DBA-AD6C-CDB5B2155205}" destId="{E6BCC906-9B2A-4A82-9D08-EB7AB6163B7D}" srcOrd="7" destOrd="0" parTransId="{0F4A1AAB-3E29-47B0-A577-C17D7F21865D}" sibTransId="{0CCBA6D5-53CB-4303-99E4-AED4FE76F3DA}"/>
    <dgm:cxn modelId="{6E7D9731-3566-4B7B-9402-08BD98BA9384}" srcId="{8518334D-A458-4DBA-AD6C-CDB5B2155205}" destId="{C4DC914D-E144-4AB2-9CDD-F0163FF98D56}" srcOrd="5" destOrd="0" parTransId="{61A79434-4337-4CE9-A78C-F4C3F7645456}" sibTransId="{339415C4-653A-4AF0-AC77-78709AAA7B4E}"/>
    <dgm:cxn modelId="{5C90A83A-CE28-4271-B769-EEC3567A4C92}" type="presOf" srcId="{E9E8D1F3-993D-4F43-AF59-9F5E135D43F9}" destId="{653EDA39-5E68-4CC7-BF55-8091A81BE7F8}" srcOrd="0" destOrd="0" presId="urn:microsoft.com/office/officeart/2008/layout/LinedList"/>
    <dgm:cxn modelId="{005B7D3D-D5EE-4712-9A31-97967C9E32FA}" srcId="{8518334D-A458-4DBA-AD6C-CDB5B2155205}" destId="{71F4A9A0-668A-464F-A18C-B986E7056D70}" srcOrd="6" destOrd="0" parTransId="{6CA55FF1-8638-4726-9C6E-DE76F3BDCF4B}" sibTransId="{E194E8C3-473E-4090-9C16-4BAA0A963914}"/>
    <dgm:cxn modelId="{7C680748-2CC6-4A26-88AD-328A01E19CCE}" srcId="{8518334D-A458-4DBA-AD6C-CDB5B2155205}" destId="{C46695F7-497E-4865-88E0-D1792F5AD5EB}" srcOrd="3" destOrd="0" parTransId="{A029B9C3-547D-4E2D-82C1-947D76DB4609}" sibTransId="{C993BD90-4B71-4CBE-B540-689B6E0B3466}"/>
    <dgm:cxn modelId="{BAAEA749-F9A0-4DDE-919F-6EA059311C42}" srcId="{8518334D-A458-4DBA-AD6C-CDB5B2155205}" destId="{75B74220-8685-44A8-A451-26C37EE2A5B2}" srcOrd="0" destOrd="0" parTransId="{0620DD33-D44D-4CBD-A0C9-61B6251F8E38}" sibTransId="{529DF519-E265-4285-9728-16F459184DAB}"/>
    <dgm:cxn modelId="{D7BC6C54-7F7F-4304-A382-1BC6F7959446}" type="presOf" srcId="{51D6F76C-2961-4E26-8827-5F7882FC8CA5}" destId="{DEB3CB20-4810-499D-A8DF-4C6D40C4E22F}" srcOrd="0" destOrd="0" presId="urn:microsoft.com/office/officeart/2008/layout/LinedList"/>
    <dgm:cxn modelId="{305DF957-A9CA-45E4-B328-8CF019BBBCF4}" type="presOf" srcId="{711AFB1B-06F9-43E4-9085-F3C4D747CCE2}" destId="{CE9473A0-86FA-426A-81DB-6D8BD39A55B8}" srcOrd="0" destOrd="0" presId="urn:microsoft.com/office/officeart/2008/layout/LinedList"/>
    <dgm:cxn modelId="{CB8C928B-2699-40C4-8119-162F09E849E5}" type="presOf" srcId="{75B74220-8685-44A8-A451-26C37EE2A5B2}" destId="{B4F7BD9D-B3FE-484D-9994-97CF87882EC0}" srcOrd="0" destOrd="0" presId="urn:microsoft.com/office/officeart/2008/layout/LinedList"/>
    <dgm:cxn modelId="{41DA2A98-BAA7-4917-9DA2-7D265A25461C}" type="presOf" srcId="{C46695F7-497E-4865-88E0-D1792F5AD5EB}" destId="{632CFF02-E2C7-4594-8A59-D5243402847A}" srcOrd="0" destOrd="0" presId="urn:microsoft.com/office/officeart/2008/layout/LinedList"/>
    <dgm:cxn modelId="{2011209F-CAD4-4A39-BAF2-211BB1F645D2}" type="presOf" srcId="{C4DC914D-E144-4AB2-9CDD-F0163FF98D56}" destId="{BEE20241-31E6-457A-8130-7A6F8C7C38A8}" srcOrd="0" destOrd="0" presId="urn:microsoft.com/office/officeart/2008/layout/LinedList"/>
    <dgm:cxn modelId="{ADD2BCA6-8F1C-4032-9615-411A93C38B85}" srcId="{8518334D-A458-4DBA-AD6C-CDB5B2155205}" destId="{51D6F76C-2961-4E26-8827-5F7882FC8CA5}" srcOrd="2" destOrd="0" parTransId="{E1B22524-76CB-4CA8-AF8B-3FE8339506E2}" sibTransId="{6FD23341-A6A9-4B1D-9535-FCF57687872E}"/>
    <dgm:cxn modelId="{BCE2B0B0-0FA7-4A76-93C3-EC0895015DC2}" type="presOf" srcId="{8518334D-A458-4DBA-AD6C-CDB5B2155205}" destId="{AB36A12E-2E1E-4643-9934-877BA8F7FA1D}" srcOrd="0" destOrd="0" presId="urn:microsoft.com/office/officeart/2008/layout/LinedList"/>
    <dgm:cxn modelId="{83720CB7-CCDA-49B2-81C1-B165EC1CC47F}" srcId="{8518334D-A458-4DBA-AD6C-CDB5B2155205}" destId="{E9E8D1F3-993D-4F43-AF59-9F5E135D43F9}" srcOrd="1" destOrd="0" parTransId="{8F7789F9-78CD-472F-A761-A063249A961B}" sibTransId="{E7D4C3F2-723B-4607-A7F7-614DBB00BF76}"/>
    <dgm:cxn modelId="{6A723EC1-1AA1-471B-AF9C-A746B35FF1D5}" type="presOf" srcId="{E6BCC906-9B2A-4A82-9D08-EB7AB6163B7D}" destId="{1371B48F-B0E8-49EA-831F-6203B35AAE4E}" srcOrd="0" destOrd="0" presId="urn:microsoft.com/office/officeart/2008/layout/LinedList"/>
    <dgm:cxn modelId="{CE6A15C7-B49E-451B-9763-EEEAEF4B46D4}" srcId="{8518334D-A458-4DBA-AD6C-CDB5B2155205}" destId="{62DA7AC1-9F30-43D9-8484-1A60D4CE422B}" srcOrd="4" destOrd="0" parTransId="{401F1089-8C06-4148-9A6E-443C1CB176B9}" sibTransId="{7102986B-6B44-4F08-9A6A-27A7E33DEA18}"/>
    <dgm:cxn modelId="{624106EA-6AF2-4D37-AED5-5B90181CBA5D}" type="presOf" srcId="{62DA7AC1-9F30-43D9-8484-1A60D4CE422B}" destId="{4DF0D8EC-8BFD-4757-AEDB-90D3CE530D5F}" srcOrd="0" destOrd="0" presId="urn:microsoft.com/office/officeart/2008/layout/LinedList"/>
    <dgm:cxn modelId="{51DFDBFD-BCC3-4855-B6A2-0BD03ACDD6E5}" type="presOf" srcId="{71F4A9A0-668A-464F-A18C-B986E7056D70}" destId="{1D71AFE1-0819-4DBA-8230-FA3AC2D4E48D}" srcOrd="0" destOrd="0" presId="urn:microsoft.com/office/officeart/2008/layout/LinedList"/>
    <dgm:cxn modelId="{15AB9114-BBB9-49EA-9626-5B0C26A9FB18}" type="presParOf" srcId="{CE9473A0-86FA-426A-81DB-6D8BD39A55B8}" destId="{3364DFC1-653A-4F73-8F7A-4400D9EF87AA}" srcOrd="0" destOrd="0" presId="urn:microsoft.com/office/officeart/2008/layout/LinedList"/>
    <dgm:cxn modelId="{553F0125-4563-4976-A487-EF412C92B6BD}" type="presParOf" srcId="{CE9473A0-86FA-426A-81DB-6D8BD39A55B8}" destId="{52B7F34D-D357-4CC2-9A3A-2C5B4216C4B1}" srcOrd="1" destOrd="0" presId="urn:microsoft.com/office/officeart/2008/layout/LinedList"/>
    <dgm:cxn modelId="{D0A2486F-C191-4963-995C-96D4F5AA1B66}" type="presParOf" srcId="{52B7F34D-D357-4CC2-9A3A-2C5B4216C4B1}" destId="{AB36A12E-2E1E-4643-9934-877BA8F7FA1D}" srcOrd="0" destOrd="0" presId="urn:microsoft.com/office/officeart/2008/layout/LinedList"/>
    <dgm:cxn modelId="{44742FD1-1EDC-488C-B960-67E6704342F5}" type="presParOf" srcId="{52B7F34D-D357-4CC2-9A3A-2C5B4216C4B1}" destId="{F80CB54D-4665-44A4-9416-D8A2203BB553}" srcOrd="1" destOrd="0" presId="urn:microsoft.com/office/officeart/2008/layout/LinedList"/>
    <dgm:cxn modelId="{8357856A-CF35-41DB-BB92-4DB6833BC9BA}" type="presParOf" srcId="{F80CB54D-4665-44A4-9416-D8A2203BB553}" destId="{4C691B54-7CD4-4CFC-B6EC-56C00AF416FE}" srcOrd="0" destOrd="0" presId="urn:microsoft.com/office/officeart/2008/layout/LinedList"/>
    <dgm:cxn modelId="{3B74F58E-074E-43CE-907C-FABC4145057E}" type="presParOf" srcId="{F80CB54D-4665-44A4-9416-D8A2203BB553}" destId="{60242AFC-40BB-40E3-8A45-E4132B225B8C}" srcOrd="1" destOrd="0" presId="urn:microsoft.com/office/officeart/2008/layout/LinedList"/>
    <dgm:cxn modelId="{9A392368-348D-41BE-8691-394C55481ACC}" type="presParOf" srcId="{60242AFC-40BB-40E3-8A45-E4132B225B8C}" destId="{F8F77FD9-882F-49A2-94E6-0202E3C69DDA}" srcOrd="0" destOrd="0" presId="urn:microsoft.com/office/officeart/2008/layout/LinedList"/>
    <dgm:cxn modelId="{83AA4CA1-0F0A-47A1-B04D-2F51D821A2CB}" type="presParOf" srcId="{60242AFC-40BB-40E3-8A45-E4132B225B8C}" destId="{B4F7BD9D-B3FE-484D-9994-97CF87882EC0}" srcOrd="1" destOrd="0" presId="urn:microsoft.com/office/officeart/2008/layout/LinedList"/>
    <dgm:cxn modelId="{E7160448-35D1-42DA-A67B-BD233A7835CC}" type="presParOf" srcId="{60242AFC-40BB-40E3-8A45-E4132B225B8C}" destId="{10CFC997-D859-4323-9435-8B3D0EE9A37C}" srcOrd="2" destOrd="0" presId="urn:microsoft.com/office/officeart/2008/layout/LinedList"/>
    <dgm:cxn modelId="{D4B19156-AB1B-4BF8-8094-608AC7BD8213}" type="presParOf" srcId="{F80CB54D-4665-44A4-9416-D8A2203BB553}" destId="{7CC7228C-D5BE-452A-A538-BFCCAF13E8F1}" srcOrd="2" destOrd="0" presId="urn:microsoft.com/office/officeart/2008/layout/LinedList"/>
    <dgm:cxn modelId="{E62F112A-C06A-4F49-A83A-4DC1469C87C4}" type="presParOf" srcId="{F80CB54D-4665-44A4-9416-D8A2203BB553}" destId="{F0E1EE82-DAB6-4311-8EF1-677573B67EE4}" srcOrd="3" destOrd="0" presId="urn:microsoft.com/office/officeart/2008/layout/LinedList"/>
    <dgm:cxn modelId="{7C87939A-7D82-46FA-845D-50E7850123A9}" type="presParOf" srcId="{F80CB54D-4665-44A4-9416-D8A2203BB553}" destId="{D8A9A09E-4F38-42B5-8C20-C12D42C3A8B3}" srcOrd="4" destOrd="0" presId="urn:microsoft.com/office/officeart/2008/layout/LinedList"/>
    <dgm:cxn modelId="{BB0F57BF-2BC1-4844-AD1C-10FCACC09D82}" type="presParOf" srcId="{D8A9A09E-4F38-42B5-8C20-C12D42C3A8B3}" destId="{542F524A-A8EB-4C0B-9CFE-50491C095022}" srcOrd="0" destOrd="0" presId="urn:microsoft.com/office/officeart/2008/layout/LinedList"/>
    <dgm:cxn modelId="{3675258B-6FBE-4A29-AD64-270B62E38528}" type="presParOf" srcId="{D8A9A09E-4F38-42B5-8C20-C12D42C3A8B3}" destId="{653EDA39-5E68-4CC7-BF55-8091A81BE7F8}" srcOrd="1" destOrd="0" presId="urn:microsoft.com/office/officeart/2008/layout/LinedList"/>
    <dgm:cxn modelId="{DCE5D4CE-7EFA-4A94-81BE-782E7795EE73}" type="presParOf" srcId="{D8A9A09E-4F38-42B5-8C20-C12D42C3A8B3}" destId="{C6C8B019-BEEB-48DE-A8A5-16A084BDAA29}" srcOrd="2" destOrd="0" presId="urn:microsoft.com/office/officeart/2008/layout/LinedList"/>
    <dgm:cxn modelId="{1CD8D150-9CB6-4B16-A702-03DA73247DF7}" type="presParOf" srcId="{F80CB54D-4665-44A4-9416-D8A2203BB553}" destId="{8B96C293-2D59-4DB8-9D1A-E452E2758B12}" srcOrd="5" destOrd="0" presId="urn:microsoft.com/office/officeart/2008/layout/LinedList"/>
    <dgm:cxn modelId="{5E5711E9-A138-4D8B-A7F9-94BA3CBA0310}" type="presParOf" srcId="{F80CB54D-4665-44A4-9416-D8A2203BB553}" destId="{3021BDE4-1335-4314-88BD-8DC7561B2B5B}" srcOrd="6" destOrd="0" presId="urn:microsoft.com/office/officeart/2008/layout/LinedList"/>
    <dgm:cxn modelId="{7060EB57-A10B-4584-A110-21E254F8792A}" type="presParOf" srcId="{F80CB54D-4665-44A4-9416-D8A2203BB553}" destId="{419528B1-235A-444D-B5F7-E87C0FD37230}" srcOrd="7" destOrd="0" presId="urn:microsoft.com/office/officeart/2008/layout/LinedList"/>
    <dgm:cxn modelId="{329368E7-B247-41B0-8144-675204C87000}" type="presParOf" srcId="{419528B1-235A-444D-B5F7-E87C0FD37230}" destId="{FD9763F1-63E0-40B7-8B35-4C0B4ACA1E3A}" srcOrd="0" destOrd="0" presId="urn:microsoft.com/office/officeart/2008/layout/LinedList"/>
    <dgm:cxn modelId="{B2471F03-82A5-454D-82E7-5DAB5FE15433}" type="presParOf" srcId="{419528B1-235A-444D-B5F7-E87C0FD37230}" destId="{DEB3CB20-4810-499D-A8DF-4C6D40C4E22F}" srcOrd="1" destOrd="0" presId="urn:microsoft.com/office/officeart/2008/layout/LinedList"/>
    <dgm:cxn modelId="{0D77A332-C3FA-48AC-A8DC-671E1CA54E68}" type="presParOf" srcId="{419528B1-235A-444D-B5F7-E87C0FD37230}" destId="{2F1A9504-189C-40D2-9623-A97E5DFFDC77}" srcOrd="2" destOrd="0" presId="urn:microsoft.com/office/officeart/2008/layout/LinedList"/>
    <dgm:cxn modelId="{D92F1B99-DAF9-43DC-982E-E9623D7D885B}" type="presParOf" srcId="{F80CB54D-4665-44A4-9416-D8A2203BB553}" destId="{5DE9935B-80A8-4276-8F00-7F33CA646E04}" srcOrd="8" destOrd="0" presId="urn:microsoft.com/office/officeart/2008/layout/LinedList"/>
    <dgm:cxn modelId="{383F8C35-5DA7-485B-AA02-C08371B84027}" type="presParOf" srcId="{F80CB54D-4665-44A4-9416-D8A2203BB553}" destId="{454201EB-D64C-4A98-A4AD-65BC2C2AF106}" srcOrd="9" destOrd="0" presId="urn:microsoft.com/office/officeart/2008/layout/LinedList"/>
    <dgm:cxn modelId="{4248171C-92B9-4FB9-AB48-55EEBD45176C}" type="presParOf" srcId="{F80CB54D-4665-44A4-9416-D8A2203BB553}" destId="{9C48B5C1-B6DC-4F30-8470-C1C66CE75B2E}" srcOrd="10" destOrd="0" presId="urn:microsoft.com/office/officeart/2008/layout/LinedList"/>
    <dgm:cxn modelId="{8EB07736-5CAD-48D6-B317-D364FF4E8686}" type="presParOf" srcId="{9C48B5C1-B6DC-4F30-8470-C1C66CE75B2E}" destId="{B1203EE1-2B71-4654-8ACB-E952926814B0}" srcOrd="0" destOrd="0" presId="urn:microsoft.com/office/officeart/2008/layout/LinedList"/>
    <dgm:cxn modelId="{E5D91DB6-B956-4C63-B910-BA06E7140BC5}" type="presParOf" srcId="{9C48B5C1-B6DC-4F30-8470-C1C66CE75B2E}" destId="{632CFF02-E2C7-4594-8A59-D5243402847A}" srcOrd="1" destOrd="0" presId="urn:microsoft.com/office/officeart/2008/layout/LinedList"/>
    <dgm:cxn modelId="{29ACEB6C-61E7-4E6D-AAE8-4682F922743F}" type="presParOf" srcId="{9C48B5C1-B6DC-4F30-8470-C1C66CE75B2E}" destId="{EA7EEEB7-0F49-4F6F-A93D-25D69D5DBD72}" srcOrd="2" destOrd="0" presId="urn:microsoft.com/office/officeart/2008/layout/LinedList"/>
    <dgm:cxn modelId="{3075C6F5-55AF-498F-9D0F-637AAA18F1AB}" type="presParOf" srcId="{F80CB54D-4665-44A4-9416-D8A2203BB553}" destId="{CF83824B-F9DF-4DC2-A059-D1ACF86CE0C4}" srcOrd="11" destOrd="0" presId="urn:microsoft.com/office/officeart/2008/layout/LinedList"/>
    <dgm:cxn modelId="{9E8AE153-98F6-4FFD-BDB8-D7EBF10F6805}" type="presParOf" srcId="{F80CB54D-4665-44A4-9416-D8A2203BB553}" destId="{EE1B2F29-139F-4954-AE9D-8A1C3F7ED09F}" srcOrd="12" destOrd="0" presId="urn:microsoft.com/office/officeart/2008/layout/LinedList"/>
    <dgm:cxn modelId="{F5DFC294-6164-4F10-99A9-93B139403888}" type="presParOf" srcId="{F80CB54D-4665-44A4-9416-D8A2203BB553}" destId="{8BA7EDDF-33BC-4083-B03B-6213630BF991}" srcOrd="13" destOrd="0" presId="urn:microsoft.com/office/officeart/2008/layout/LinedList"/>
    <dgm:cxn modelId="{3A30E5B2-0B1A-473C-BBD3-3D9A571E5235}" type="presParOf" srcId="{8BA7EDDF-33BC-4083-B03B-6213630BF991}" destId="{4FE3D656-2EB6-45E9-B25D-8781851469B2}" srcOrd="0" destOrd="0" presId="urn:microsoft.com/office/officeart/2008/layout/LinedList"/>
    <dgm:cxn modelId="{858FFECC-603D-43CF-A764-621D71B4F932}" type="presParOf" srcId="{8BA7EDDF-33BC-4083-B03B-6213630BF991}" destId="{4DF0D8EC-8BFD-4757-AEDB-90D3CE530D5F}" srcOrd="1" destOrd="0" presId="urn:microsoft.com/office/officeart/2008/layout/LinedList"/>
    <dgm:cxn modelId="{53FFC988-80E2-4FBA-8043-47D57BE4FBE6}" type="presParOf" srcId="{8BA7EDDF-33BC-4083-B03B-6213630BF991}" destId="{769797DC-E2A2-4248-9A1F-4612D838BF08}" srcOrd="2" destOrd="0" presId="urn:microsoft.com/office/officeart/2008/layout/LinedList"/>
    <dgm:cxn modelId="{E7049233-88D3-4F0F-AA80-CAFFE3BF6245}" type="presParOf" srcId="{F80CB54D-4665-44A4-9416-D8A2203BB553}" destId="{BE56EBAF-D652-4ABB-B281-DDF52928BFC8}" srcOrd="14" destOrd="0" presId="urn:microsoft.com/office/officeart/2008/layout/LinedList"/>
    <dgm:cxn modelId="{F981B29A-3B4F-4183-AD58-79FD6ECF3160}" type="presParOf" srcId="{F80CB54D-4665-44A4-9416-D8A2203BB553}" destId="{AC0F4075-22C0-4162-9B1C-01EDEB35BB86}" srcOrd="15" destOrd="0" presId="urn:microsoft.com/office/officeart/2008/layout/LinedList"/>
    <dgm:cxn modelId="{F7B5815F-84D0-42E0-BE0A-D0024A6A2EC4}" type="presParOf" srcId="{F80CB54D-4665-44A4-9416-D8A2203BB553}" destId="{27055934-251D-4B98-8129-94887553526F}" srcOrd="16" destOrd="0" presId="urn:microsoft.com/office/officeart/2008/layout/LinedList"/>
    <dgm:cxn modelId="{526CC2E7-AD8D-49D0-A34E-C95AA44C0AFB}" type="presParOf" srcId="{27055934-251D-4B98-8129-94887553526F}" destId="{C4EF560A-5BE5-451C-A9BC-3BF3A7550403}" srcOrd="0" destOrd="0" presId="urn:microsoft.com/office/officeart/2008/layout/LinedList"/>
    <dgm:cxn modelId="{2ABA297C-EE95-4CD1-9D5E-8BAB2B6C0473}" type="presParOf" srcId="{27055934-251D-4B98-8129-94887553526F}" destId="{BEE20241-31E6-457A-8130-7A6F8C7C38A8}" srcOrd="1" destOrd="0" presId="urn:microsoft.com/office/officeart/2008/layout/LinedList"/>
    <dgm:cxn modelId="{682EC169-0D46-4D7F-A189-262070D95D08}" type="presParOf" srcId="{27055934-251D-4B98-8129-94887553526F}" destId="{7DAEA676-1182-4DC1-9E05-71BBC8D4A7C0}" srcOrd="2" destOrd="0" presId="urn:microsoft.com/office/officeart/2008/layout/LinedList"/>
    <dgm:cxn modelId="{3692AF73-BEB1-453B-A28E-7EA943D5FFB2}" type="presParOf" srcId="{F80CB54D-4665-44A4-9416-D8A2203BB553}" destId="{7A0E5093-D921-4B8A-8D82-0896E353E84C}" srcOrd="17" destOrd="0" presId="urn:microsoft.com/office/officeart/2008/layout/LinedList"/>
    <dgm:cxn modelId="{1F3672A6-8D3B-488D-881D-2D62164820D1}" type="presParOf" srcId="{F80CB54D-4665-44A4-9416-D8A2203BB553}" destId="{080465C4-DB8F-4A8D-870A-F811D87BE454}" srcOrd="18" destOrd="0" presId="urn:microsoft.com/office/officeart/2008/layout/LinedList"/>
    <dgm:cxn modelId="{EA83EA2F-8EA6-487E-ADAC-9AD1E942BAC3}" type="presParOf" srcId="{F80CB54D-4665-44A4-9416-D8A2203BB553}" destId="{7793997C-8A98-435A-A511-770FF98BA443}" srcOrd="19" destOrd="0" presId="urn:microsoft.com/office/officeart/2008/layout/LinedList"/>
    <dgm:cxn modelId="{9FDA954A-7E41-4244-A14F-AC47303B2856}" type="presParOf" srcId="{7793997C-8A98-435A-A511-770FF98BA443}" destId="{099D3AA2-75EB-4A28-952D-DCFD3A3DDA76}" srcOrd="0" destOrd="0" presId="urn:microsoft.com/office/officeart/2008/layout/LinedList"/>
    <dgm:cxn modelId="{7B5ABF3B-89CB-4CBD-9D68-916227A6D9F6}" type="presParOf" srcId="{7793997C-8A98-435A-A511-770FF98BA443}" destId="{1D71AFE1-0819-4DBA-8230-FA3AC2D4E48D}" srcOrd="1" destOrd="0" presId="urn:microsoft.com/office/officeart/2008/layout/LinedList"/>
    <dgm:cxn modelId="{0CB5866D-254B-49AC-B7E0-A5E4558D8A52}" type="presParOf" srcId="{7793997C-8A98-435A-A511-770FF98BA443}" destId="{80503E8A-69B1-489F-94F5-91F87FB4579A}" srcOrd="2" destOrd="0" presId="urn:microsoft.com/office/officeart/2008/layout/LinedList"/>
    <dgm:cxn modelId="{4ED0CFEE-58F2-4476-9A32-87E133A461E6}" type="presParOf" srcId="{F80CB54D-4665-44A4-9416-D8A2203BB553}" destId="{918FD2AF-8F6B-4847-A89B-FAB2AB0A4BCE}" srcOrd="20" destOrd="0" presId="urn:microsoft.com/office/officeart/2008/layout/LinedList"/>
    <dgm:cxn modelId="{23A3D79B-F6C4-44FB-9D93-160AE8F2222D}" type="presParOf" srcId="{F80CB54D-4665-44A4-9416-D8A2203BB553}" destId="{1D0D6660-5372-4A3C-928B-B103E532A07D}" srcOrd="21" destOrd="0" presId="urn:microsoft.com/office/officeart/2008/layout/LinedList"/>
    <dgm:cxn modelId="{17170673-05E5-419B-A47A-4AEFC985B743}" type="presParOf" srcId="{F80CB54D-4665-44A4-9416-D8A2203BB553}" destId="{D5629CAE-9DB7-43FA-8903-06FD3168B9D3}" srcOrd="22" destOrd="0" presId="urn:microsoft.com/office/officeart/2008/layout/LinedList"/>
    <dgm:cxn modelId="{407E8511-1447-49E7-9F29-4ABA1E72D159}" type="presParOf" srcId="{D5629CAE-9DB7-43FA-8903-06FD3168B9D3}" destId="{D8FC0271-BF28-4A3C-A3BA-1AA8315007CF}" srcOrd="0" destOrd="0" presId="urn:microsoft.com/office/officeart/2008/layout/LinedList"/>
    <dgm:cxn modelId="{8F259E66-1F2B-44AA-8481-22817C8B842A}" type="presParOf" srcId="{D5629CAE-9DB7-43FA-8903-06FD3168B9D3}" destId="{1371B48F-B0E8-49EA-831F-6203B35AAE4E}" srcOrd="1" destOrd="0" presId="urn:microsoft.com/office/officeart/2008/layout/LinedList"/>
    <dgm:cxn modelId="{7FAF2F63-EB97-4799-997A-167AB47381F0}" type="presParOf" srcId="{D5629CAE-9DB7-43FA-8903-06FD3168B9D3}" destId="{919FEAFE-B121-49CE-B4DF-1355CBCC6F3F}" srcOrd="2" destOrd="0" presId="urn:microsoft.com/office/officeart/2008/layout/LinedList"/>
    <dgm:cxn modelId="{F46A8097-4CAC-40D2-AFB7-E420756E46B2}" type="presParOf" srcId="{F80CB54D-4665-44A4-9416-D8A2203BB553}" destId="{AEAB0341-A841-4448-90AD-E6971CE7BAF3}" srcOrd="23" destOrd="0" presId="urn:microsoft.com/office/officeart/2008/layout/LinedList"/>
    <dgm:cxn modelId="{6D334EF6-A95E-4C8D-AA5A-B27CB41A93C0}" type="presParOf" srcId="{F80CB54D-4665-44A4-9416-D8A2203BB553}" destId="{E3565EF8-6942-423B-A1C1-DE9E6D28D237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2229EE-7170-465A-B638-F525F31CE5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3C0015-4113-4B57-952E-13663FF015F5}">
      <dgm:prSet/>
      <dgm:spPr/>
      <dgm:t>
        <a:bodyPr/>
        <a:lstStyle/>
        <a:p>
          <a:r>
            <a:rPr lang="en-US"/>
            <a:t>Classical Regression Models </a:t>
          </a:r>
        </a:p>
      </dgm:t>
    </dgm:pt>
    <dgm:pt modelId="{91EFA269-EF7D-452E-B33D-5DB3801C88F0}" type="parTrans" cxnId="{3E9007A5-C186-48AD-9214-75454B29714F}">
      <dgm:prSet/>
      <dgm:spPr/>
      <dgm:t>
        <a:bodyPr/>
        <a:lstStyle/>
        <a:p>
          <a:endParaRPr lang="en-US"/>
        </a:p>
      </dgm:t>
    </dgm:pt>
    <dgm:pt modelId="{26558348-85D0-4B29-9BEC-492E368AC41B}" type="sibTrans" cxnId="{3E9007A5-C186-48AD-9214-75454B29714F}">
      <dgm:prSet/>
      <dgm:spPr/>
      <dgm:t>
        <a:bodyPr/>
        <a:lstStyle/>
        <a:p>
          <a:endParaRPr lang="en-US"/>
        </a:p>
      </dgm:t>
    </dgm:pt>
    <dgm:pt modelId="{7680B7EF-FE76-4A73-9739-3CBBC392792A}">
      <dgm:prSet/>
      <dgm:spPr/>
      <dgm:t>
        <a:bodyPr/>
        <a:lstStyle/>
        <a:p>
          <a:r>
            <a:rPr lang="en-US"/>
            <a:t>Tree-Based Ensemble Models </a:t>
          </a:r>
        </a:p>
      </dgm:t>
    </dgm:pt>
    <dgm:pt modelId="{3642C57A-16BA-42F9-93CD-3E0CE075544B}" type="parTrans" cxnId="{981F0F36-BB39-45F5-982B-F046A0A6E33C}">
      <dgm:prSet/>
      <dgm:spPr/>
      <dgm:t>
        <a:bodyPr/>
        <a:lstStyle/>
        <a:p>
          <a:endParaRPr lang="en-US"/>
        </a:p>
      </dgm:t>
    </dgm:pt>
    <dgm:pt modelId="{38870736-2584-48E6-A050-9B702F872491}" type="sibTrans" cxnId="{981F0F36-BB39-45F5-982B-F046A0A6E33C}">
      <dgm:prSet/>
      <dgm:spPr/>
      <dgm:t>
        <a:bodyPr/>
        <a:lstStyle/>
        <a:p>
          <a:endParaRPr lang="en-US"/>
        </a:p>
      </dgm:t>
    </dgm:pt>
    <dgm:pt modelId="{EE7EA290-19ED-4247-BAAA-E4E9C3D9B1CC}">
      <dgm:prSet/>
      <dgm:spPr/>
      <dgm:t>
        <a:bodyPr/>
        <a:lstStyle/>
        <a:p>
          <a:r>
            <a:rPr lang="en-US"/>
            <a:t>Deep Learning Models </a:t>
          </a:r>
        </a:p>
      </dgm:t>
    </dgm:pt>
    <dgm:pt modelId="{F2F676DB-42CE-4E36-A53D-5B0AEB1BBFD5}" type="parTrans" cxnId="{E918A423-7B67-4101-A95F-0965028C1CD1}">
      <dgm:prSet/>
      <dgm:spPr/>
      <dgm:t>
        <a:bodyPr/>
        <a:lstStyle/>
        <a:p>
          <a:endParaRPr lang="en-US"/>
        </a:p>
      </dgm:t>
    </dgm:pt>
    <dgm:pt modelId="{6A8E8B1A-0D93-454F-A44E-40A6633F9819}" type="sibTrans" cxnId="{E918A423-7B67-4101-A95F-0965028C1CD1}">
      <dgm:prSet/>
      <dgm:spPr/>
      <dgm:t>
        <a:bodyPr/>
        <a:lstStyle/>
        <a:p>
          <a:endParaRPr lang="en-US"/>
        </a:p>
      </dgm:t>
    </dgm:pt>
    <dgm:pt modelId="{6705FFD6-026D-4EBF-8463-3DB2FDB7DBDA}">
      <dgm:prSet/>
      <dgm:spPr/>
      <dgm:t>
        <a:bodyPr/>
        <a:lstStyle/>
        <a:p>
          <a:r>
            <a:rPr lang="en-US"/>
            <a:t>Time Series Forecasting Models </a:t>
          </a:r>
        </a:p>
      </dgm:t>
    </dgm:pt>
    <dgm:pt modelId="{1A6EAC1E-A74F-4CD3-82BC-2025910B5FBF}" type="parTrans" cxnId="{03B9F0E9-18EC-463A-8C7F-D6094BBDECCC}">
      <dgm:prSet/>
      <dgm:spPr/>
      <dgm:t>
        <a:bodyPr/>
        <a:lstStyle/>
        <a:p>
          <a:endParaRPr lang="en-US"/>
        </a:p>
      </dgm:t>
    </dgm:pt>
    <dgm:pt modelId="{A03D75DC-1184-42C8-858C-22605A8FB98F}" type="sibTrans" cxnId="{03B9F0E9-18EC-463A-8C7F-D6094BBDECCC}">
      <dgm:prSet/>
      <dgm:spPr/>
      <dgm:t>
        <a:bodyPr/>
        <a:lstStyle/>
        <a:p>
          <a:endParaRPr lang="en-US"/>
        </a:p>
      </dgm:t>
    </dgm:pt>
    <dgm:pt modelId="{563B8466-9248-4ECE-AF7E-AD42BD1A1E97}">
      <dgm:prSet/>
      <dgm:spPr/>
      <dgm:t>
        <a:bodyPr/>
        <a:lstStyle/>
        <a:p>
          <a:r>
            <a:rPr lang="en-US"/>
            <a:t>Support Vector Regression </a:t>
          </a:r>
        </a:p>
      </dgm:t>
    </dgm:pt>
    <dgm:pt modelId="{98E1B5AA-0D78-4D02-87BB-A2D604EB5648}" type="parTrans" cxnId="{B3E43510-C453-4134-A064-B6DB4DA4A4D2}">
      <dgm:prSet/>
      <dgm:spPr/>
      <dgm:t>
        <a:bodyPr/>
        <a:lstStyle/>
        <a:p>
          <a:endParaRPr lang="en-US"/>
        </a:p>
      </dgm:t>
    </dgm:pt>
    <dgm:pt modelId="{95EBEF84-9772-4A42-8845-F8E750B92DCC}" type="sibTrans" cxnId="{B3E43510-C453-4134-A064-B6DB4DA4A4D2}">
      <dgm:prSet/>
      <dgm:spPr/>
      <dgm:t>
        <a:bodyPr/>
        <a:lstStyle/>
        <a:p>
          <a:endParaRPr lang="en-US"/>
        </a:p>
      </dgm:t>
    </dgm:pt>
    <dgm:pt modelId="{A2E24B39-D518-4B26-BEE5-084898C175DC}">
      <dgm:prSet/>
      <dgm:spPr/>
      <dgm:t>
        <a:bodyPr/>
        <a:lstStyle/>
        <a:p>
          <a:r>
            <a:rPr lang="en-US"/>
            <a:t>K-Nearest Neighbors Regression </a:t>
          </a:r>
        </a:p>
      </dgm:t>
    </dgm:pt>
    <dgm:pt modelId="{1C0F48ED-CDF9-4699-A8BB-6FE29E73175E}" type="parTrans" cxnId="{EF5FE5B6-3921-4DE9-B0C5-CC335EBAC3BD}">
      <dgm:prSet/>
      <dgm:spPr/>
      <dgm:t>
        <a:bodyPr/>
        <a:lstStyle/>
        <a:p>
          <a:endParaRPr lang="en-US"/>
        </a:p>
      </dgm:t>
    </dgm:pt>
    <dgm:pt modelId="{45F83A4F-07A8-4834-871F-0BCA82F39570}" type="sibTrans" cxnId="{EF5FE5B6-3921-4DE9-B0C5-CC335EBAC3BD}">
      <dgm:prSet/>
      <dgm:spPr/>
      <dgm:t>
        <a:bodyPr/>
        <a:lstStyle/>
        <a:p>
          <a:endParaRPr lang="en-US"/>
        </a:p>
      </dgm:t>
    </dgm:pt>
    <dgm:pt modelId="{32F5E677-F646-4F23-A7E1-33C7BF24C3D3}" type="pres">
      <dgm:prSet presAssocID="{2F2229EE-7170-465A-B638-F525F31CE5D1}" presName="root" presStyleCnt="0">
        <dgm:presLayoutVars>
          <dgm:dir/>
          <dgm:resizeHandles val="exact"/>
        </dgm:presLayoutVars>
      </dgm:prSet>
      <dgm:spPr/>
    </dgm:pt>
    <dgm:pt modelId="{2DAF3507-DD67-43CF-A6B4-BE1519357867}" type="pres">
      <dgm:prSet presAssocID="{B33C0015-4113-4B57-952E-13663FF015F5}" presName="compNode" presStyleCnt="0"/>
      <dgm:spPr/>
    </dgm:pt>
    <dgm:pt modelId="{DACB449D-3BD3-4B59-89E9-B67D5BB55966}" type="pres">
      <dgm:prSet presAssocID="{B33C0015-4113-4B57-952E-13663FF015F5}" presName="bgRect" presStyleLbl="bgShp" presStyleIdx="0" presStyleCnt="6"/>
      <dgm:spPr/>
    </dgm:pt>
    <dgm:pt modelId="{69ED4C30-4DE8-4645-B219-D224449B946B}" type="pres">
      <dgm:prSet presAssocID="{B33C0015-4113-4B57-952E-13663FF015F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772E0764-1829-4B2A-A9E3-FD8C7C715B32}" type="pres">
      <dgm:prSet presAssocID="{B33C0015-4113-4B57-952E-13663FF015F5}" presName="spaceRect" presStyleCnt="0"/>
      <dgm:spPr/>
    </dgm:pt>
    <dgm:pt modelId="{99EABC00-1F47-4182-BD80-DC0EE3FB690C}" type="pres">
      <dgm:prSet presAssocID="{B33C0015-4113-4B57-952E-13663FF015F5}" presName="parTx" presStyleLbl="revTx" presStyleIdx="0" presStyleCnt="6">
        <dgm:presLayoutVars>
          <dgm:chMax val="0"/>
          <dgm:chPref val="0"/>
        </dgm:presLayoutVars>
      </dgm:prSet>
      <dgm:spPr/>
    </dgm:pt>
    <dgm:pt modelId="{122356B4-481E-42DD-B51F-C631975C4B33}" type="pres">
      <dgm:prSet presAssocID="{26558348-85D0-4B29-9BEC-492E368AC41B}" presName="sibTrans" presStyleCnt="0"/>
      <dgm:spPr/>
    </dgm:pt>
    <dgm:pt modelId="{23A6B680-2598-46BA-9DFF-325C0ECEC4BF}" type="pres">
      <dgm:prSet presAssocID="{7680B7EF-FE76-4A73-9739-3CBBC392792A}" presName="compNode" presStyleCnt="0"/>
      <dgm:spPr/>
    </dgm:pt>
    <dgm:pt modelId="{31DD6030-0A88-4BA7-81DB-92C86E8BCF92}" type="pres">
      <dgm:prSet presAssocID="{7680B7EF-FE76-4A73-9739-3CBBC392792A}" presName="bgRect" presStyleLbl="bgShp" presStyleIdx="1" presStyleCnt="6"/>
      <dgm:spPr/>
    </dgm:pt>
    <dgm:pt modelId="{F5DF64D9-D492-479F-A296-12F186D3A694}" type="pres">
      <dgm:prSet presAssocID="{7680B7EF-FE76-4A73-9739-3CBBC392792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062C25B7-C599-48B4-938E-BF91F9A134E7}" type="pres">
      <dgm:prSet presAssocID="{7680B7EF-FE76-4A73-9739-3CBBC392792A}" presName="spaceRect" presStyleCnt="0"/>
      <dgm:spPr/>
    </dgm:pt>
    <dgm:pt modelId="{7F677A40-DB18-4081-8269-906ECF9469C6}" type="pres">
      <dgm:prSet presAssocID="{7680B7EF-FE76-4A73-9739-3CBBC392792A}" presName="parTx" presStyleLbl="revTx" presStyleIdx="1" presStyleCnt="6">
        <dgm:presLayoutVars>
          <dgm:chMax val="0"/>
          <dgm:chPref val="0"/>
        </dgm:presLayoutVars>
      </dgm:prSet>
      <dgm:spPr/>
    </dgm:pt>
    <dgm:pt modelId="{F3118DC7-AF4F-4A32-846A-BF4471435D95}" type="pres">
      <dgm:prSet presAssocID="{38870736-2584-48E6-A050-9B702F872491}" presName="sibTrans" presStyleCnt="0"/>
      <dgm:spPr/>
    </dgm:pt>
    <dgm:pt modelId="{85264A8B-9A4E-47E7-8759-E2ECE6F7C2DA}" type="pres">
      <dgm:prSet presAssocID="{EE7EA290-19ED-4247-BAAA-E4E9C3D9B1CC}" presName="compNode" presStyleCnt="0"/>
      <dgm:spPr/>
    </dgm:pt>
    <dgm:pt modelId="{133298F0-EF40-4912-8E53-60244A76C64C}" type="pres">
      <dgm:prSet presAssocID="{EE7EA290-19ED-4247-BAAA-E4E9C3D9B1CC}" presName="bgRect" presStyleLbl="bgShp" presStyleIdx="2" presStyleCnt="6"/>
      <dgm:spPr/>
    </dgm:pt>
    <dgm:pt modelId="{D9558F55-8306-4040-914D-43F3A812B83F}" type="pres">
      <dgm:prSet presAssocID="{EE7EA290-19ED-4247-BAAA-E4E9C3D9B1C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9C681F7-D8D4-4E76-AE30-E89D8411FBB3}" type="pres">
      <dgm:prSet presAssocID="{EE7EA290-19ED-4247-BAAA-E4E9C3D9B1CC}" presName="spaceRect" presStyleCnt="0"/>
      <dgm:spPr/>
    </dgm:pt>
    <dgm:pt modelId="{CBAF0324-2D54-4035-8A7C-B8F529F925B9}" type="pres">
      <dgm:prSet presAssocID="{EE7EA290-19ED-4247-BAAA-E4E9C3D9B1CC}" presName="parTx" presStyleLbl="revTx" presStyleIdx="2" presStyleCnt="6">
        <dgm:presLayoutVars>
          <dgm:chMax val="0"/>
          <dgm:chPref val="0"/>
        </dgm:presLayoutVars>
      </dgm:prSet>
      <dgm:spPr/>
    </dgm:pt>
    <dgm:pt modelId="{1ACE5244-56A4-4C71-B5B0-DDAE988D0D01}" type="pres">
      <dgm:prSet presAssocID="{6A8E8B1A-0D93-454F-A44E-40A6633F9819}" presName="sibTrans" presStyleCnt="0"/>
      <dgm:spPr/>
    </dgm:pt>
    <dgm:pt modelId="{3EAC4411-4AF7-4EC7-AA1D-22E135EC94EB}" type="pres">
      <dgm:prSet presAssocID="{6705FFD6-026D-4EBF-8463-3DB2FDB7DBDA}" presName="compNode" presStyleCnt="0"/>
      <dgm:spPr/>
    </dgm:pt>
    <dgm:pt modelId="{3549AA55-49F3-4FF2-B99A-BD77CB09BF4D}" type="pres">
      <dgm:prSet presAssocID="{6705FFD6-026D-4EBF-8463-3DB2FDB7DBDA}" presName="bgRect" presStyleLbl="bgShp" presStyleIdx="3" presStyleCnt="6"/>
      <dgm:spPr/>
    </dgm:pt>
    <dgm:pt modelId="{8D64D3DD-A582-4EF1-BD92-F09AD1586F5D}" type="pres">
      <dgm:prSet presAssocID="{6705FFD6-026D-4EBF-8463-3DB2FDB7DBD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534137A-D8A2-4C2A-9489-5F7927676FE9}" type="pres">
      <dgm:prSet presAssocID="{6705FFD6-026D-4EBF-8463-3DB2FDB7DBDA}" presName="spaceRect" presStyleCnt="0"/>
      <dgm:spPr/>
    </dgm:pt>
    <dgm:pt modelId="{A826C733-101D-4BCA-8F8D-577ADD5DEE25}" type="pres">
      <dgm:prSet presAssocID="{6705FFD6-026D-4EBF-8463-3DB2FDB7DBDA}" presName="parTx" presStyleLbl="revTx" presStyleIdx="3" presStyleCnt="6">
        <dgm:presLayoutVars>
          <dgm:chMax val="0"/>
          <dgm:chPref val="0"/>
        </dgm:presLayoutVars>
      </dgm:prSet>
      <dgm:spPr/>
    </dgm:pt>
    <dgm:pt modelId="{0772BF54-3A6C-43D8-911B-20860EFCA014}" type="pres">
      <dgm:prSet presAssocID="{A03D75DC-1184-42C8-858C-22605A8FB98F}" presName="sibTrans" presStyleCnt="0"/>
      <dgm:spPr/>
    </dgm:pt>
    <dgm:pt modelId="{4422D049-077F-47F7-81F2-587BFD9D645B}" type="pres">
      <dgm:prSet presAssocID="{563B8466-9248-4ECE-AF7E-AD42BD1A1E97}" presName="compNode" presStyleCnt="0"/>
      <dgm:spPr/>
    </dgm:pt>
    <dgm:pt modelId="{F1AB3A0E-1C7F-4171-B06D-021B9524A9F3}" type="pres">
      <dgm:prSet presAssocID="{563B8466-9248-4ECE-AF7E-AD42BD1A1E97}" presName="bgRect" presStyleLbl="bgShp" presStyleIdx="4" presStyleCnt="6"/>
      <dgm:spPr/>
    </dgm:pt>
    <dgm:pt modelId="{59A6242A-7F0D-4B4E-B9B5-C2443499E751}" type="pres">
      <dgm:prSet presAssocID="{563B8466-9248-4ECE-AF7E-AD42BD1A1E9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ge"/>
        </a:ext>
      </dgm:extLst>
    </dgm:pt>
    <dgm:pt modelId="{B102AA62-B305-4B1D-86EA-5B5757885215}" type="pres">
      <dgm:prSet presAssocID="{563B8466-9248-4ECE-AF7E-AD42BD1A1E97}" presName="spaceRect" presStyleCnt="0"/>
      <dgm:spPr/>
    </dgm:pt>
    <dgm:pt modelId="{35C0C7A7-C8C8-4927-B986-D87D92DA6E2D}" type="pres">
      <dgm:prSet presAssocID="{563B8466-9248-4ECE-AF7E-AD42BD1A1E97}" presName="parTx" presStyleLbl="revTx" presStyleIdx="4" presStyleCnt="6">
        <dgm:presLayoutVars>
          <dgm:chMax val="0"/>
          <dgm:chPref val="0"/>
        </dgm:presLayoutVars>
      </dgm:prSet>
      <dgm:spPr/>
    </dgm:pt>
    <dgm:pt modelId="{6606735D-996A-4AE2-AA19-B34060C65E72}" type="pres">
      <dgm:prSet presAssocID="{95EBEF84-9772-4A42-8845-F8E750B92DCC}" presName="sibTrans" presStyleCnt="0"/>
      <dgm:spPr/>
    </dgm:pt>
    <dgm:pt modelId="{0F2E7950-F72D-4D3A-A6D0-36E8AE55C544}" type="pres">
      <dgm:prSet presAssocID="{A2E24B39-D518-4B26-BEE5-084898C175DC}" presName="compNode" presStyleCnt="0"/>
      <dgm:spPr/>
    </dgm:pt>
    <dgm:pt modelId="{78972BBC-FBFF-4EAB-806C-7769E25B225D}" type="pres">
      <dgm:prSet presAssocID="{A2E24B39-D518-4B26-BEE5-084898C175DC}" presName="bgRect" presStyleLbl="bgShp" presStyleIdx="5" presStyleCnt="6"/>
      <dgm:spPr/>
    </dgm:pt>
    <dgm:pt modelId="{F39A8898-5FB5-46E8-9DC3-B1088FAD99C3}" type="pres">
      <dgm:prSet presAssocID="{A2E24B39-D518-4B26-BEE5-084898C175D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1B0EDE6F-2158-4272-8FDB-EFC55F4F8AA2}" type="pres">
      <dgm:prSet presAssocID="{A2E24B39-D518-4B26-BEE5-084898C175DC}" presName="spaceRect" presStyleCnt="0"/>
      <dgm:spPr/>
    </dgm:pt>
    <dgm:pt modelId="{551EFDD6-EECD-40EE-8431-2A24DF182BAB}" type="pres">
      <dgm:prSet presAssocID="{A2E24B39-D518-4B26-BEE5-084898C175D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3E43510-C453-4134-A064-B6DB4DA4A4D2}" srcId="{2F2229EE-7170-465A-B638-F525F31CE5D1}" destId="{563B8466-9248-4ECE-AF7E-AD42BD1A1E97}" srcOrd="4" destOrd="0" parTransId="{98E1B5AA-0D78-4D02-87BB-A2D604EB5648}" sibTransId="{95EBEF84-9772-4A42-8845-F8E750B92DCC}"/>
    <dgm:cxn modelId="{E918A423-7B67-4101-A95F-0965028C1CD1}" srcId="{2F2229EE-7170-465A-B638-F525F31CE5D1}" destId="{EE7EA290-19ED-4247-BAAA-E4E9C3D9B1CC}" srcOrd="2" destOrd="0" parTransId="{F2F676DB-42CE-4E36-A53D-5B0AEB1BBFD5}" sibTransId="{6A8E8B1A-0D93-454F-A44E-40A6633F9819}"/>
    <dgm:cxn modelId="{981F0F36-BB39-45F5-982B-F046A0A6E33C}" srcId="{2F2229EE-7170-465A-B638-F525F31CE5D1}" destId="{7680B7EF-FE76-4A73-9739-3CBBC392792A}" srcOrd="1" destOrd="0" parTransId="{3642C57A-16BA-42F9-93CD-3E0CE075544B}" sibTransId="{38870736-2584-48E6-A050-9B702F872491}"/>
    <dgm:cxn modelId="{FBDEB791-5BB7-4E09-9DC6-2221D8155004}" type="presOf" srcId="{7680B7EF-FE76-4A73-9739-3CBBC392792A}" destId="{7F677A40-DB18-4081-8269-906ECF9469C6}" srcOrd="0" destOrd="0" presId="urn:microsoft.com/office/officeart/2018/2/layout/IconVerticalSolidList"/>
    <dgm:cxn modelId="{8C25C69B-3564-48E3-AEA5-845134CF2F6E}" type="presOf" srcId="{2F2229EE-7170-465A-B638-F525F31CE5D1}" destId="{32F5E677-F646-4F23-A7E1-33C7BF24C3D3}" srcOrd="0" destOrd="0" presId="urn:microsoft.com/office/officeart/2018/2/layout/IconVerticalSolidList"/>
    <dgm:cxn modelId="{3E9007A5-C186-48AD-9214-75454B29714F}" srcId="{2F2229EE-7170-465A-B638-F525F31CE5D1}" destId="{B33C0015-4113-4B57-952E-13663FF015F5}" srcOrd="0" destOrd="0" parTransId="{91EFA269-EF7D-452E-B33D-5DB3801C88F0}" sibTransId="{26558348-85D0-4B29-9BEC-492E368AC41B}"/>
    <dgm:cxn modelId="{37EB3EA5-E92C-4650-B325-700D26300F0D}" type="presOf" srcId="{EE7EA290-19ED-4247-BAAA-E4E9C3D9B1CC}" destId="{CBAF0324-2D54-4035-8A7C-B8F529F925B9}" srcOrd="0" destOrd="0" presId="urn:microsoft.com/office/officeart/2018/2/layout/IconVerticalSolidList"/>
    <dgm:cxn modelId="{EF5FE5B6-3921-4DE9-B0C5-CC335EBAC3BD}" srcId="{2F2229EE-7170-465A-B638-F525F31CE5D1}" destId="{A2E24B39-D518-4B26-BEE5-084898C175DC}" srcOrd="5" destOrd="0" parTransId="{1C0F48ED-CDF9-4699-A8BB-6FE29E73175E}" sibTransId="{45F83A4F-07A8-4834-871F-0BCA82F39570}"/>
    <dgm:cxn modelId="{EB47DFC3-3403-426E-9C2B-FA81C3B2348D}" type="presOf" srcId="{563B8466-9248-4ECE-AF7E-AD42BD1A1E97}" destId="{35C0C7A7-C8C8-4927-B986-D87D92DA6E2D}" srcOrd="0" destOrd="0" presId="urn:microsoft.com/office/officeart/2018/2/layout/IconVerticalSolidList"/>
    <dgm:cxn modelId="{000CDFDE-F602-4F5C-A1FD-1B40FFB8D319}" type="presOf" srcId="{A2E24B39-D518-4B26-BEE5-084898C175DC}" destId="{551EFDD6-EECD-40EE-8431-2A24DF182BAB}" srcOrd="0" destOrd="0" presId="urn:microsoft.com/office/officeart/2018/2/layout/IconVerticalSolidList"/>
    <dgm:cxn modelId="{03B9F0E9-18EC-463A-8C7F-D6094BBDECCC}" srcId="{2F2229EE-7170-465A-B638-F525F31CE5D1}" destId="{6705FFD6-026D-4EBF-8463-3DB2FDB7DBDA}" srcOrd="3" destOrd="0" parTransId="{1A6EAC1E-A74F-4CD3-82BC-2025910B5FBF}" sibTransId="{A03D75DC-1184-42C8-858C-22605A8FB98F}"/>
    <dgm:cxn modelId="{878E47ED-13AB-4D41-BF37-C3566DAB47ED}" type="presOf" srcId="{6705FFD6-026D-4EBF-8463-3DB2FDB7DBDA}" destId="{A826C733-101D-4BCA-8F8D-577ADD5DEE25}" srcOrd="0" destOrd="0" presId="urn:microsoft.com/office/officeart/2018/2/layout/IconVerticalSolidList"/>
    <dgm:cxn modelId="{08524AF7-E42B-40C6-938C-71D9458ACBC8}" type="presOf" srcId="{B33C0015-4113-4B57-952E-13663FF015F5}" destId="{99EABC00-1F47-4182-BD80-DC0EE3FB690C}" srcOrd="0" destOrd="0" presId="urn:microsoft.com/office/officeart/2018/2/layout/IconVerticalSolidList"/>
    <dgm:cxn modelId="{D6E695D1-D455-4D88-9ED5-AB8EE7BF3FCE}" type="presParOf" srcId="{32F5E677-F646-4F23-A7E1-33C7BF24C3D3}" destId="{2DAF3507-DD67-43CF-A6B4-BE1519357867}" srcOrd="0" destOrd="0" presId="urn:microsoft.com/office/officeart/2018/2/layout/IconVerticalSolidList"/>
    <dgm:cxn modelId="{41623EDF-D6AF-4A74-BC29-4FCB5DE4E7D5}" type="presParOf" srcId="{2DAF3507-DD67-43CF-A6B4-BE1519357867}" destId="{DACB449D-3BD3-4B59-89E9-B67D5BB55966}" srcOrd="0" destOrd="0" presId="urn:microsoft.com/office/officeart/2018/2/layout/IconVerticalSolidList"/>
    <dgm:cxn modelId="{9C8270B0-7713-4B1F-A72D-89EC9D976D19}" type="presParOf" srcId="{2DAF3507-DD67-43CF-A6B4-BE1519357867}" destId="{69ED4C30-4DE8-4645-B219-D224449B946B}" srcOrd="1" destOrd="0" presId="urn:microsoft.com/office/officeart/2018/2/layout/IconVerticalSolidList"/>
    <dgm:cxn modelId="{D8858777-1B77-490E-A07A-3E5FED88AEF3}" type="presParOf" srcId="{2DAF3507-DD67-43CF-A6B4-BE1519357867}" destId="{772E0764-1829-4B2A-A9E3-FD8C7C715B32}" srcOrd="2" destOrd="0" presId="urn:microsoft.com/office/officeart/2018/2/layout/IconVerticalSolidList"/>
    <dgm:cxn modelId="{CD37B418-2CE4-4C45-B072-D3FB33F61547}" type="presParOf" srcId="{2DAF3507-DD67-43CF-A6B4-BE1519357867}" destId="{99EABC00-1F47-4182-BD80-DC0EE3FB690C}" srcOrd="3" destOrd="0" presId="urn:microsoft.com/office/officeart/2018/2/layout/IconVerticalSolidList"/>
    <dgm:cxn modelId="{EA7CDF17-AF2D-4C9D-AA8C-ACA01C4CD601}" type="presParOf" srcId="{32F5E677-F646-4F23-A7E1-33C7BF24C3D3}" destId="{122356B4-481E-42DD-B51F-C631975C4B33}" srcOrd="1" destOrd="0" presId="urn:microsoft.com/office/officeart/2018/2/layout/IconVerticalSolidList"/>
    <dgm:cxn modelId="{974CF98B-0E5D-4F62-BF02-C0A6027600CC}" type="presParOf" srcId="{32F5E677-F646-4F23-A7E1-33C7BF24C3D3}" destId="{23A6B680-2598-46BA-9DFF-325C0ECEC4BF}" srcOrd="2" destOrd="0" presId="urn:microsoft.com/office/officeart/2018/2/layout/IconVerticalSolidList"/>
    <dgm:cxn modelId="{98C0B8AB-7B03-4E07-A2F2-A93C801A66D7}" type="presParOf" srcId="{23A6B680-2598-46BA-9DFF-325C0ECEC4BF}" destId="{31DD6030-0A88-4BA7-81DB-92C86E8BCF92}" srcOrd="0" destOrd="0" presId="urn:microsoft.com/office/officeart/2018/2/layout/IconVerticalSolidList"/>
    <dgm:cxn modelId="{D8CEA32F-7CA5-40D8-AE91-4E5ADEBB70F5}" type="presParOf" srcId="{23A6B680-2598-46BA-9DFF-325C0ECEC4BF}" destId="{F5DF64D9-D492-479F-A296-12F186D3A694}" srcOrd="1" destOrd="0" presId="urn:microsoft.com/office/officeart/2018/2/layout/IconVerticalSolidList"/>
    <dgm:cxn modelId="{6937D2A9-3E6E-4E07-9698-731B8698D705}" type="presParOf" srcId="{23A6B680-2598-46BA-9DFF-325C0ECEC4BF}" destId="{062C25B7-C599-48B4-938E-BF91F9A134E7}" srcOrd="2" destOrd="0" presId="urn:microsoft.com/office/officeart/2018/2/layout/IconVerticalSolidList"/>
    <dgm:cxn modelId="{3D352EB1-CB9C-473F-B1F3-5649DE149564}" type="presParOf" srcId="{23A6B680-2598-46BA-9DFF-325C0ECEC4BF}" destId="{7F677A40-DB18-4081-8269-906ECF9469C6}" srcOrd="3" destOrd="0" presId="urn:microsoft.com/office/officeart/2018/2/layout/IconVerticalSolidList"/>
    <dgm:cxn modelId="{1A0A65B2-5E30-4F38-89AF-E9CF9B7D2683}" type="presParOf" srcId="{32F5E677-F646-4F23-A7E1-33C7BF24C3D3}" destId="{F3118DC7-AF4F-4A32-846A-BF4471435D95}" srcOrd="3" destOrd="0" presId="urn:microsoft.com/office/officeart/2018/2/layout/IconVerticalSolidList"/>
    <dgm:cxn modelId="{856CAFFB-60B6-4700-BAF0-B982F22BCE5F}" type="presParOf" srcId="{32F5E677-F646-4F23-A7E1-33C7BF24C3D3}" destId="{85264A8B-9A4E-47E7-8759-E2ECE6F7C2DA}" srcOrd="4" destOrd="0" presId="urn:microsoft.com/office/officeart/2018/2/layout/IconVerticalSolidList"/>
    <dgm:cxn modelId="{6D7A1886-DE48-4BE0-8898-1D0404F4282C}" type="presParOf" srcId="{85264A8B-9A4E-47E7-8759-E2ECE6F7C2DA}" destId="{133298F0-EF40-4912-8E53-60244A76C64C}" srcOrd="0" destOrd="0" presId="urn:microsoft.com/office/officeart/2018/2/layout/IconVerticalSolidList"/>
    <dgm:cxn modelId="{657B0987-9444-42B0-8A17-537B3627FDB5}" type="presParOf" srcId="{85264A8B-9A4E-47E7-8759-E2ECE6F7C2DA}" destId="{D9558F55-8306-4040-914D-43F3A812B83F}" srcOrd="1" destOrd="0" presId="urn:microsoft.com/office/officeart/2018/2/layout/IconVerticalSolidList"/>
    <dgm:cxn modelId="{12D8E2F1-1B25-4ECC-97F5-8964C7EE87E0}" type="presParOf" srcId="{85264A8B-9A4E-47E7-8759-E2ECE6F7C2DA}" destId="{F9C681F7-D8D4-4E76-AE30-E89D8411FBB3}" srcOrd="2" destOrd="0" presId="urn:microsoft.com/office/officeart/2018/2/layout/IconVerticalSolidList"/>
    <dgm:cxn modelId="{FC565E1C-B62D-4CE0-86B8-916231E58EA4}" type="presParOf" srcId="{85264A8B-9A4E-47E7-8759-E2ECE6F7C2DA}" destId="{CBAF0324-2D54-4035-8A7C-B8F529F925B9}" srcOrd="3" destOrd="0" presId="urn:microsoft.com/office/officeart/2018/2/layout/IconVerticalSolidList"/>
    <dgm:cxn modelId="{99EC3BE4-8379-4A92-BDFC-76FF3CC1ED89}" type="presParOf" srcId="{32F5E677-F646-4F23-A7E1-33C7BF24C3D3}" destId="{1ACE5244-56A4-4C71-B5B0-DDAE988D0D01}" srcOrd="5" destOrd="0" presId="urn:microsoft.com/office/officeart/2018/2/layout/IconVerticalSolidList"/>
    <dgm:cxn modelId="{862CB1DA-449A-4D60-9C8C-9C9FA264BD5C}" type="presParOf" srcId="{32F5E677-F646-4F23-A7E1-33C7BF24C3D3}" destId="{3EAC4411-4AF7-4EC7-AA1D-22E135EC94EB}" srcOrd="6" destOrd="0" presId="urn:microsoft.com/office/officeart/2018/2/layout/IconVerticalSolidList"/>
    <dgm:cxn modelId="{CA126D25-119E-4F38-A593-DAF8A0D04F3A}" type="presParOf" srcId="{3EAC4411-4AF7-4EC7-AA1D-22E135EC94EB}" destId="{3549AA55-49F3-4FF2-B99A-BD77CB09BF4D}" srcOrd="0" destOrd="0" presId="urn:microsoft.com/office/officeart/2018/2/layout/IconVerticalSolidList"/>
    <dgm:cxn modelId="{71CB9E94-15A0-4862-92F1-895DEE2449BB}" type="presParOf" srcId="{3EAC4411-4AF7-4EC7-AA1D-22E135EC94EB}" destId="{8D64D3DD-A582-4EF1-BD92-F09AD1586F5D}" srcOrd="1" destOrd="0" presId="urn:microsoft.com/office/officeart/2018/2/layout/IconVerticalSolidList"/>
    <dgm:cxn modelId="{52250C0A-F711-4940-BF2B-F98816DA9459}" type="presParOf" srcId="{3EAC4411-4AF7-4EC7-AA1D-22E135EC94EB}" destId="{5534137A-D8A2-4C2A-9489-5F7927676FE9}" srcOrd="2" destOrd="0" presId="urn:microsoft.com/office/officeart/2018/2/layout/IconVerticalSolidList"/>
    <dgm:cxn modelId="{5243DCFF-C07D-4FB7-99AE-D8AF77D2D9FB}" type="presParOf" srcId="{3EAC4411-4AF7-4EC7-AA1D-22E135EC94EB}" destId="{A826C733-101D-4BCA-8F8D-577ADD5DEE25}" srcOrd="3" destOrd="0" presId="urn:microsoft.com/office/officeart/2018/2/layout/IconVerticalSolidList"/>
    <dgm:cxn modelId="{4675F3E3-6D84-47D5-BF1D-851EDD23DA25}" type="presParOf" srcId="{32F5E677-F646-4F23-A7E1-33C7BF24C3D3}" destId="{0772BF54-3A6C-43D8-911B-20860EFCA014}" srcOrd="7" destOrd="0" presId="urn:microsoft.com/office/officeart/2018/2/layout/IconVerticalSolidList"/>
    <dgm:cxn modelId="{BD598FA3-C30A-41C1-A1AE-9D416D09A011}" type="presParOf" srcId="{32F5E677-F646-4F23-A7E1-33C7BF24C3D3}" destId="{4422D049-077F-47F7-81F2-587BFD9D645B}" srcOrd="8" destOrd="0" presId="urn:microsoft.com/office/officeart/2018/2/layout/IconVerticalSolidList"/>
    <dgm:cxn modelId="{1D8B5FA8-4508-42A8-B42D-A68C9E383883}" type="presParOf" srcId="{4422D049-077F-47F7-81F2-587BFD9D645B}" destId="{F1AB3A0E-1C7F-4171-B06D-021B9524A9F3}" srcOrd="0" destOrd="0" presId="urn:microsoft.com/office/officeart/2018/2/layout/IconVerticalSolidList"/>
    <dgm:cxn modelId="{7912D16A-7419-461B-A2CB-6533CC8E67C1}" type="presParOf" srcId="{4422D049-077F-47F7-81F2-587BFD9D645B}" destId="{59A6242A-7F0D-4B4E-B9B5-C2443499E751}" srcOrd="1" destOrd="0" presId="urn:microsoft.com/office/officeart/2018/2/layout/IconVerticalSolidList"/>
    <dgm:cxn modelId="{EC092BBE-1FBB-4F30-9E78-00F3468FBFBC}" type="presParOf" srcId="{4422D049-077F-47F7-81F2-587BFD9D645B}" destId="{B102AA62-B305-4B1D-86EA-5B5757885215}" srcOrd="2" destOrd="0" presId="urn:microsoft.com/office/officeart/2018/2/layout/IconVerticalSolidList"/>
    <dgm:cxn modelId="{1B7B736B-7C06-47F5-B01C-8E89765C6847}" type="presParOf" srcId="{4422D049-077F-47F7-81F2-587BFD9D645B}" destId="{35C0C7A7-C8C8-4927-B986-D87D92DA6E2D}" srcOrd="3" destOrd="0" presId="urn:microsoft.com/office/officeart/2018/2/layout/IconVerticalSolidList"/>
    <dgm:cxn modelId="{0CF74C03-39E8-4022-938A-C8FDADFCB8DE}" type="presParOf" srcId="{32F5E677-F646-4F23-A7E1-33C7BF24C3D3}" destId="{6606735D-996A-4AE2-AA19-B34060C65E72}" srcOrd="9" destOrd="0" presId="urn:microsoft.com/office/officeart/2018/2/layout/IconVerticalSolidList"/>
    <dgm:cxn modelId="{00121BA3-ED2F-4B0D-B6C9-59B11B36225B}" type="presParOf" srcId="{32F5E677-F646-4F23-A7E1-33C7BF24C3D3}" destId="{0F2E7950-F72D-4D3A-A6D0-36E8AE55C544}" srcOrd="10" destOrd="0" presId="urn:microsoft.com/office/officeart/2018/2/layout/IconVerticalSolidList"/>
    <dgm:cxn modelId="{E98F2207-7031-431B-98AD-2C52A569540D}" type="presParOf" srcId="{0F2E7950-F72D-4D3A-A6D0-36E8AE55C544}" destId="{78972BBC-FBFF-4EAB-806C-7769E25B225D}" srcOrd="0" destOrd="0" presId="urn:microsoft.com/office/officeart/2018/2/layout/IconVerticalSolidList"/>
    <dgm:cxn modelId="{2BF08E6E-2D6F-4B61-B225-CF0EF76C2D20}" type="presParOf" srcId="{0F2E7950-F72D-4D3A-A6D0-36E8AE55C544}" destId="{F39A8898-5FB5-46E8-9DC3-B1088FAD99C3}" srcOrd="1" destOrd="0" presId="urn:microsoft.com/office/officeart/2018/2/layout/IconVerticalSolidList"/>
    <dgm:cxn modelId="{20ABE1DF-A545-4BDA-B0BC-5931BF96FF6F}" type="presParOf" srcId="{0F2E7950-F72D-4D3A-A6D0-36E8AE55C544}" destId="{1B0EDE6F-2158-4272-8FDB-EFC55F4F8AA2}" srcOrd="2" destOrd="0" presId="urn:microsoft.com/office/officeart/2018/2/layout/IconVerticalSolidList"/>
    <dgm:cxn modelId="{E7A9771F-9BC5-4508-95BC-A49ADF57EC48}" type="presParOf" srcId="{0F2E7950-F72D-4D3A-A6D0-36E8AE55C544}" destId="{551EFDD6-EECD-40EE-8431-2A24DF182B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5720109-6C32-4A60-83AC-1952ABCADC7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A6F997-F05B-4920-8613-63F59FC81C3A}">
      <dgm:prSet/>
      <dgm:spPr/>
      <dgm:t>
        <a:bodyPr/>
        <a:lstStyle/>
        <a:p>
          <a:r>
            <a:rPr lang="tr-TR"/>
            <a:t>City Based Approach </a:t>
          </a:r>
          <a:endParaRPr lang="en-US"/>
        </a:p>
      </dgm:t>
    </dgm:pt>
    <dgm:pt modelId="{B15F71E7-968F-4C90-9343-E95BD92AD497}" type="parTrans" cxnId="{DB933522-9235-48AA-9DEB-171297F46B33}">
      <dgm:prSet/>
      <dgm:spPr/>
      <dgm:t>
        <a:bodyPr/>
        <a:lstStyle/>
        <a:p>
          <a:endParaRPr lang="en-US"/>
        </a:p>
      </dgm:t>
    </dgm:pt>
    <dgm:pt modelId="{7629D23D-9E59-4C44-94D6-FB88A1C55154}" type="sibTrans" cxnId="{DB933522-9235-48AA-9DEB-171297F46B33}">
      <dgm:prSet/>
      <dgm:spPr/>
      <dgm:t>
        <a:bodyPr/>
        <a:lstStyle/>
        <a:p>
          <a:endParaRPr lang="en-US"/>
        </a:p>
      </dgm:t>
    </dgm:pt>
    <dgm:pt modelId="{208E34C9-5BED-4B62-AA0A-D20CC014E0D7}">
      <dgm:prSet/>
      <dgm:spPr/>
      <dgm:t>
        <a:bodyPr/>
        <a:lstStyle/>
        <a:p>
          <a:r>
            <a:rPr lang="tr-TR"/>
            <a:t>Region Based Approach</a:t>
          </a:r>
          <a:endParaRPr lang="en-US"/>
        </a:p>
      </dgm:t>
    </dgm:pt>
    <dgm:pt modelId="{602F24C3-E961-4D66-9949-D8ACC3533343}" type="parTrans" cxnId="{47F182E0-7E9E-40A2-8887-697C277F5E74}">
      <dgm:prSet/>
      <dgm:spPr/>
      <dgm:t>
        <a:bodyPr/>
        <a:lstStyle/>
        <a:p>
          <a:endParaRPr lang="en-US"/>
        </a:p>
      </dgm:t>
    </dgm:pt>
    <dgm:pt modelId="{8F5740DB-2035-4390-863D-67914464FF79}" type="sibTrans" cxnId="{47F182E0-7E9E-40A2-8887-697C277F5E74}">
      <dgm:prSet/>
      <dgm:spPr/>
      <dgm:t>
        <a:bodyPr/>
        <a:lstStyle/>
        <a:p>
          <a:endParaRPr lang="en-US"/>
        </a:p>
      </dgm:t>
    </dgm:pt>
    <dgm:pt modelId="{73144791-269D-43B5-9E60-5015D6EF09BE}" type="pres">
      <dgm:prSet presAssocID="{85720109-6C32-4A60-83AC-1952ABCADC70}" presName="vert0" presStyleCnt="0">
        <dgm:presLayoutVars>
          <dgm:dir/>
          <dgm:animOne val="branch"/>
          <dgm:animLvl val="lvl"/>
        </dgm:presLayoutVars>
      </dgm:prSet>
      <dgm:spPr/>
    </dgm:pt>
    <dgm:pt modelId="{8DE6797E-2D7B-4877-86BA-8EC0EA70944C}" type="pres">
      <dgm:prSet presAssocID="{CDA6F997-F05B-4920-8613-63F59FC81C3A}" presName="thickLine" presStyleLbl="alignNode1" presStyleIdx="0" presStyleCnt="2"/>
      <dgm:spPr/>
    </dgm:pt>
    <dgm:pt modelId="{D1780D83-2781-4FA0-B658-ADE970D10AC7}" type="pres">
      <dgm:prSet presAssocID="{CDA6F997-F05B-4920-8613-63F59FC81C3A}" presName="horz1" presStyleCnt="0"/>
      <dgm:spPr/>
    </dgm:pt>
    <dgm:pt modelId="{5678A00A-1B11-4441-9B81-09EA7D707316}" type="pres">
      <dgm:prSet presAssocID="{CDA6F997-F05B-4920-8613-63F59FC81C3A}" presName="tx1" presStyleLbl="revTx" presStyleIdx="0" presStyleCnt="2"/>
      <dgm:spPr/>
    </dgm:pt>
    <dgm:pt modelId="{1D048275-2897-4DAC-84C6-FBA783A4EE38}" type="pres">
      <dgm:prSet presAssocID="{CDA6F997-F05B-4920-8613-63F59FC81C3A}" presName="vert1" presStyleCnt="0"/>
      <dgm:spPr/>
    </dgm:pt>
    <dgm:pt modelId="{1205BA8E-0BD1-40F8-B804-346063EE52C0}" type="pres">
      <dgm:prSet presAssocID="{208E34C9-5BED-4B62-AA0A-D20CC014E0D7}" presName="thickLine" presStyleLbl="alignNode1" presStyleIdx="1" presStyleCnt="2"/>
      <dgm:spPr/>
    </dgm:pt>
    <dgm:pt modelId="{376143D8-E6D5-4ECE-BA34-A7825C3253B6}" type="pres">
      <dgm:prSet presAssocID="{208E34C9-5BED-4B62-AA0A-D20CC014E0D7}" presName="horz1" presStyleCnt="0"/>
      <dgm:spPr/>
    </dgm:pt>
    <dgm:pt modelId="{3C1CE7A5-AF61-4D4C-9850-22F0471AF2CD}" type="pres">
      <dgm:prSet presAssocID="{208E34C9-5BED-4B62-AA0A-D20CC014E0D7}" presName="tx1" presStyleLbl="revTx" presStyleIdx="1" presStyleCnt="2"/>
      <dgm:spPr/>
    </dgm:pt>
    <dgm:pt modelId="{C637AA30-F90F-45B7-BA0C-F56B52A67FA7}" type="pres">
      <dgm:prSet presAssocID="{208E34C9-5BED-4B62-AA0A-D20CC014E0D7}" presName="vert1" presStyleCnt="0"/>
      <dgm:spPr/>
    </dgm:pt>
  </dgm:ptLst>
  <dgm:cxnLst>
    <dgm:cxn modelId="{DB933522-9235-48AA-9DEB-171297F46B33}" srcId="{85720109-6C32-4A60-83AC-1952ABCADC70}" destId="{CDA6F997-F05B-4920-8613-63F59FC81C3A}" srcOrd="0" destOrd="0" parTransId="{B15F71E7-968F-4C90-9343-E95BD92AD497}" sibTransId="{7629D23D-9E59-4C44-94D6-FB88A1C55154}"/>
    <dgm:cxn modelId="{5DC3CB46-BECC-44D1-9B8D-D2CACD1F774B}" type="presOf" srcId="{CDA6F997-F05B-4920-8613-63F59FC81C3A}" destId="{5678A00A-1B11-4441-9B81-09EA7D707316}" srcOrd="0" destOrd="0" presId="urn:microsoft.com/office/officeart/2008/layout/LinedList"/>
    <dgm:cxn modelId="{C8DC7477-CE8A-435B-ABC5-D89194F2CB42}" type="presOf" srcId="{85720109-6C32-4A60-83AC-1952ABCADC70}" destId="{73144791-269D-43B5-9E60-5015D6EF09BE}" srcOrd="0" destOrd="0" presId="urn:microsoft.com/office/officeart/2008/layout/LinedList"/>
    <dgm:cxn modelId="{E4F1EC8D-185C-440C-80DC-919474E97607}" type="presOf" srcId="{208E34C9-5BED-4B62-AA0A-D20CC014E0D7}" destId="{3C1CE7A5-AF61-4D4C-9850-22F0471AF2CD}" srcOrd="0" destOrd="0" presId="urn:microsoft.com/office/officeart/2008/layout/LinedList"/>
    <dgm:cxn modelId="{47F182E0-7E9E-40A2-8887-697C277F5E74}" srcId="{85720109-6C32-4A60-83AC-1952ABCADC70}" destId="{208E34C9-5BED-4B62-AA0A-D20CC014E0D7}" srcOrd="1" destOrd="0" parTransId="{602F24C3-E961-4D66-9949-D8ACC3533343}" sibTransId="{8F5740DB-2035-4390-863D-67914464FF79}"/>
    <dgm:cxn modelId="{B017742A-1814-490A-9A0D-6BF8B029B4BB}" type="presParOf" srcId="{73144791-269D-43B5-9E60-5015D6EF09BE}" destId="{8DE6797E-2D7B-4877-86BA-8EC0EA70944C}" srcOrd="0" destOrd="0" presId="urn:microsoft.com/office/officeart/2008/layout/LinedList"/>
    <dgm:cxn modelId="{41C42479-0904-4E73-BB8B-0F6726683302}" type="presParOf" srcId="{73144791-269D-43B5-9E60-5015D6EF09BE}" destId="{D1780D83-2781-4FA0-B658-ADE970D10AC7}" srcOrd="1" destOrd="0" presId="urn:microsoft.com/office/officeart/2008/layout/LinedList"/>
    <dgm:cxn modelId="{2F73E521-DC37-49B5-81E1-607E2688BCD1}" type="presParOf" srcId="{D1780D83-2781-4FA0-B658-ADE970D10AC7}" destId="{5678A00A-1B11-4441-9B81-09EA7D707316}" srcOrd="0" destOrd="0" presId="urn:microsoft.com/office/officeart/2008/layout/LinedList"/>
    <dgm:cxn modelId="{E10D83E0-EDEE-407C-8343-0585436B4C18}" type="presParOf" srcId="{D1780D83-2781-4FA0-B658-ADE970D10AC7}" destId="{1D048275-2897-4DAC-84C6-FBA783A4EE38}" srcOrd="1" destOrd="0" presId="urn:microsoft.com/office/officeart/2008/layout/LinedList"/>
    <dgm:cxn modelId="{0498602D-7605-4605-A493-0CBEEE98888A}" type="presParOf" srcId="{73144791-269D-43B5-9E60-5015D6EF09BE}" destId="{1205BA8E-0BD1-40F8-B804-346063EE52C0}" srcOrd="2" destOrd="0" presId="urn:microsoft.com/office/officeart/2008/layout/LinedList"/>
    <dgm:cxn modelId="{2D1E4EF0-32B8-43C0-BDD3-3861717E6CB8}" type="presParOf" srcId="{73144791-269D-43B5-9E60-5015D6EF09BE}" destId="{376143D8-E6D5-4ECE-BA34-A7825C3253B6}" srcOrd="3" destOrd="0" presId="urn:microsoft.com/office/officeart/2008/layout/LinedList"/>
    <dgm:cxn modelId="{12706998-F364-4C92-B797-99DC9404834A}" type="presParOf" srcId="{376143D8-E6D5-4ECE-BA34-A7825C3253B6}" destId="{3C1CE7A5-AF61-4D4C-9850-22F0471AF2CD}" srcOrd="0" destOrd="0" presId="urn:microsoft.com/office/officeart/2008/layout/LinedList"/>
    <dgm:cxn modelId="{12429030-A0AC-4B2A-9C43-3D467C5908D1}" type="presParOf" srcId="{376143D8-E6D5-4ECE-BA34-A7825C3253B6}" destId="{C637AA30-F90F-45B7-BA0C-F56B52A67F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F0A343-A0EE-44AF-A8C6-BDF5ED900432}" type="doc">
      <dgm:prSet loTypeId="urn:microsoft.com/office/officeart/2008/layout/LinedLis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251309-5234-49CF-8AF6-606EBAFD2742}">
      <dgm:prSet/>
      <dgm:spPr/>
      <dgm:t>
        <a:bodyPr/>
        <a:lstStyle/>
        <a:p>
          <a:r>
            <a:rPr lang="en-US"/>
            <a:t>City-level forecasts were generated for 2024 using nine machine learning models.</a:t>
          </a:r>
        </a:p>
      </dgm:t>
    </dgm:pt>
    <dgm:pt modelId="{FB2AB9ED-0554-4D3C-A578-3B6005EC1823}" type="parTrans" cxnId="{3DC90A87-2754-4909-B3DF-0559DD677692}">
      <dgm:prSet/>
      <dgm:spPr/>
      <dgm:t>
        <a:bodyPr/>
        <a:lstStyle/>
        <a:p>
          <a:endParaRPr lang="en-US"/>
        </a:p>
      </dgm:t>
    </dgm:pt>
    <dgm:pt modelId="{3C1DF70B-FFF2-436B-8E21-4F0CF5BF3B72}" type="sibTrans" cxnId="{3DC90A87-2754-4909-B3DF-0559DD677692}">
      <dgm:prSet/>
      <dgm:spPr/>
      <dgm:t>
        <a:bodyPr/>
        <a:lstStyle/>
        <a:p>
          <a:endParaRPr lang="en-US"/>
        </a:p>
      </dgm:t>
    </dgm:pt>
    <dgm:pt modelId="{42BB736B-3B72-46BE-88CF-229B695343C6}">
      <dgm:prSet/>
      <dgm:spPr/>
      <dgm:t>
        <a:bodyPr/>
        <a:lstStyle/>
        <a:p>
          <a:r>
            <a:rPr lang="en-US" dirty="0"/>
            <a:t>Hyperparameter optimization and cross-validation were applied to ensure robust and generalizable results.</a:t>
          </a:r>
        </a:p>
      </dgm:t>
    </dgm:pt>
    <dgm:pt modelId="{09451DCB-811D-4D00-B275-65C3975F2287}" type="parTrans" cxnId="{B7C07C13-71CC-4936-83C3-4036776C83CB}">
      <dgm:prSet/>
      <dgm:spPr/>
      <dgm:t>
        <a:bodyPr/>
        <a:lstStyle/>
        <a:p>
          <a:endParaRPr lang="en-US"/>
        </a:p>
      </dgm:t>
    </dgm:pt>
    <dgm:pt modelId="{BDBBD9CF-0876-417A-9191-74C27E45D742}" type="sibTrans" cxnId="{B7C07C13-71CC-4936-83C3-4036776C83CB}">
      <dgm:prSet/>
      <dgm:spPr/>
      <dgm:t>
        <a:bodyPr/>
        <a:lstStyle/>
        <a:p>
          <a:endParaRPr lang="en-US"/>
        </a:p>
      </dgm:t>
    </dgm:pt>
    <dgm:pt modelId="{F54053AB-AD96-4BE5-A7EE-C0087E17C2A8}">
      <dgm:prSet/>
      <dgm:spPr/>
      <dgm:t>
        <a:bodyPr/>
        <a:lstStyle/>
        <a:p>
          <a:r>
            <a:rPr lang="en-US" dirty="0"/>
            <a:t>Model performance was evaluated using Accuracy, MAE, RMSE, and R² metrics.</a:t>
          </a:r>
        </a:p>
      </dgm:t>
    </dgm:pt>
    <dgm:pt modelId="{31232901-9AA0-4008-9815-EDF8E3867A0F}" type="parTrans" cxnId="{99B8264D-11D1-4811-AF6A-795479C8344F}">
      <dgm:prSet/>
      <dgm:spPr/>
      <dgm:t>
        <a:bodyPr/>
        <a:lstStyle/>
        <a:p>
          <a:endParaRPr lang="en-US"/>
        </a:p>
      </dgm:t>
    </dgm:pt>
    <dgm:pt modelId="{BCF6C39C-CB6F-47BB-B79A-60CC1294C635}" type="sibTrans" cxnId="{99B8264D-11D1-4811-AF6A-795479C8344F}">
      <dgm:prSet/>
      <dgm:spPr/>
      <dgm:t>
        <a:bodyPr/>
        <a:lstStyle/>
        <a:p>
          <a:endParaRPr lang="en-US"/>
        </a:p>
      </dgm:t>
    </dgm:pt>
    <dgm:pt modelId="{2B041741-6994-4055-B2B7-945528E7E51C}" type="pres">
      <dgm:prSet presAssocID="{B9F0A343-A0EE-44AF-A8C6-BDF5ED900432}" presName="vert0" presStyleCnt="0">
        <dgm:presLayoutVars>
          <dgm:dir/>
          <dgm:animOne val="branch"/>
          <dgm:animLvl val="lvl"/>
        </dgm:presLayoutVars>
      </dgm:prSet>
      <dgm:spPr/>
    </dgm:pt>
    <dgm:pt modelId="{468C39B3-2872-43CC-97E8-5AAEDD677FF3}" type="pres">
      <dgm:prSet presAssocID="{32251309-5234-49CF-8AF6-606EBAFD2742}" presName="thickLine" presStyleLbl="alignNode1" presStyleIdx="0" presStyleCnt="3"/>
      <dgm:spPr/>
    </dgm:pt>
    <dgm:pt modelId="{6F985E36-B25F-4A8E-BEF7-B18B8FC44B3B}" type="pres">
      <dgm:prSet presAssocID="{32251309-5234-49CF-8AF6-606EBAFD2742}" presName="horz1" presStyleCnt="0"/>
      <dgm:spPr/>
    </dgm:pt>
    <dgm:pt modelId="{36600EF9-DDDF-4C19-84C1-2676EE1065C8}" type="pres">
      <dgm:prSet presAssocID="{32251309-5234-49CF-8AF6-606EBAFD2742}" presName="tx1" presStyleLbl="revTx" presStyleIdx="0" presStyleCnt="3"/>
      <dgm:spPr/>
    </dgm:pt>
    <dgm:pt modelId="{7097C92E-E974-4DF0-806C-DEE391A34BF0}" type="pres">
      <dgm:prSet presAssocID="{32251309-5234-49CF-8AF6-606EBAFD2742}" presName="vert1" presStyleCnt="0"/>
      <dgm:spPr/>
    </dgm:pt>
    <dgm:pt modelId="{3AE3BF51-819B-40BA-A290-E085D30D6155}" type="pres">
      <dgm:prSet presAssocID="{42BB736B-3B72-46BE-88CF-229B695343C6}" presName="thickLine" presStyleLbl="alignNode1" presStyleIdx="1" presStyleCnt="3" custLinFactNeighborX="-6359" custLinFactNeighborY="-6181"/>
      <dgm:spPr/>
    </dgm:pt>
    <dgm:pt modelId="{37BCCA63-7768-4061-B254-5C76B971D50E}" type="pres">
      <dgm:prSet presAssocID="{42BB736B-3B72-46BE-88CF-229B695343C6}" presName="horz1" presStyleCnt="0"/>
      <dgm:spPr/>
    </dgm:pt>
    <dgm:pt modelId="{39691824-2E5B-4CB3-BA6B-C5DA4C41498A}" type="pres">
      <dgm:prSet presAssocID="{42BB736B-3B72-46BE-88CF-229B695343C6}" presName="tx1" presStyleLbl="revTx" presStyleIdx="1" presStyleCnt="3"/>
      <dgm:spPr/>
    </dgm:pt>
    <dgm:pt modelId="{837024B7-D9DD-4420-98B0-7A5047082E0E}" type="pres">
      <dgm:prSet presAssocID="{42BB736B-3B72-46BE-88CF-229B695343C6}" presName="vert1" presStyleCnt="0"/>
      <dgm:spPr/>
    </dgm:pt>
    <dgm:pt modelId="{B57F6C16-649B-4404-9427-8DA636FE00F9}" type="pres">
      <dgm:prSet presAssocID="{F54053AB-AD96-4BE5-A7EE-C0087E17C2A8}" presName="thickLine" presStyleLbl="alignNode1" presStyleIdx="2" presStyleCnt="3"/>
      <dgm:spPr/>
    </dgm:pt>
    <dgm:pt modelId="{EA8C99B8-B740-457E-8540-3C871A3C6830}" type="pres">
      <dgm:prSet presAssocID="{F54053AB-AD96-4BE5-A7EE-C0087E17C2A8}" presName="horz1" presStyleCnt="0"/>
      <dgm:spPr/>
    </dgm:pt>
    <dgm:pt modelId="{E2F8EECC-8A34-439E-93F9-F6DC32B22913}" type="pres">
      <dgm:prSet presAssocID="{F54053AB-AD96-4BE5-A7EE-C0087E17C2A8}" presName="tx1" presStyleLbl="revTx" presStyleIdx="2" presStyleCnt="3"/>
      <dgm:spPr/>
    </dgm:pt>
    <dgm:pt modelId="{B38F4879-2EB4-4E1B-984A-43C1105253B2}" type="pres">
      <dgm:prSet presAssocID="{F54053AB-AD96-4BE5-A7EE-C0087E17C2A8}" presName="vert1" presStyleCnt="0"/>
      <dgm:spPr/>
    </dgm:pt>
  </dgm:ptLst>
  <dgm:cxnLst>
    <dgm:cxn modelId="{B7C07C13-71CC-4936-83C3-4036776C83CB}" srcId="{B9F0A343-A0EE-44AF-A8C6-BDF5ED900432}" destId="{42BB736B-3B72-46BE-88CF-229B695343C6}" srcOrd="1" destOrd="0" parTransId="{09451DCB-811D-4D00-B275-65C3975F2287}" sibTransId="{BDBBD9CF-0876-417A-9191-74C27E45D742}"/>
    <dgm:cxn modelId="{71C4CB1B-CF69-4473-AEE9-11B56C31C0FC}" type="presOf" srcId="{42BB736B-3B72-46BE-88CF-229B695343C6}" destId="{39691824-2E5B-4CB3-BA6B-C5DA4C41498A}" srcOrd="0" destOrd="0" presId="urn:microsoft.com/office/officeart/2008/layout/LinedList"/>
    <dgm:cxn modelId="{99B8264D-11D1-4811-AF6A-795479C8344F}" srcId="{B9F0A343-A0EE-44AF-A8C6-BDF5ED900432}" destId="{F54053AB-AD96-4BE5-A7EE-C0087E17C2A8}" srcOrd="2" destOrd="0" parTransId="{31232901-9AA0-4008-9815-EDF8E3867A0F}" sibTransId="{BCF6C39C-CB6F-47BB-B79A-60CC1294C635}"/>
    <dgm:cxn modelId="{04CCD16F-0C73-4B2D-8A89-637389768E5A}" type="presOf" srcId="{B9F0A343-A0EE-44AF-A8C6-BDF5ED900432}" destId="{2B041741-6994-4055-B2B7-945528E7E51C}" srcOrd="0" destOrd="0" presId="urn:microsoft.com/office/officeart/2008/layout/LinedList"/>
    <dgm:cxn modelId="{3DC90A87-2754-4909-B3DF-0559DD677692}" srcId="{B9F0A343-A0EE-44AF-A8C6-BDF5ED900432}" destId="{32251309-5234-49CF-8AF6-606EBAFD2742}" srcOrd="0" destOrd="0" parTransId="{FB2AB9ED-0554-4D3C-A578-3B6005EC1823}" sibTransId="{3C1DF70B-FFF2-436B-8E21-4F0CF5BF3B72}"/>
    <dgm:cxn modelId="{DB70C8BD-3704-495A-BD12-A091DE1D9646}" type="presOf" srcId="{32251309-5234-49CF-8AF6-606EBAFD2742}" destId="{36600EF9-DDDF-4C19-84C1-2676EE1065C8}" srcOrd="0" destOrd="0" presId="urn:microsoft.com/office/officeart/2008/layout/LinedList"/>
    <dgm:cxn modelId="{9EDFB6FB-42A8-41BE-B3B3-5103EE36B65E}" type="presOf" srcId="{F54053AB-AD96-4BE5-A7EE-C0087E17C2A8}" destId="{E2F8EECC-8A34-439E-93F9-F6DC32B22913}" srcOrd="0" destOrd="0" presId="urn:microsoft.com/office/officeart/2008/layout/LinedList"/>
    <dgm:cxn modelId="{ECE149DA-3F9E-4A5A-A97D-834B068A54FE}" type="presParOf" srcId="{2B041741-6994-4055-B2B7-945528E7E51C}" destId="{468C39B3-2872-43CC-97E8-5AAEDD677FF3}" srcOrd="0" destOrd="0" presId="urn:microsoft.com/office/officeart/2008/layout/LinedList"/>
    <dgm:cxn modelId="{ECF12456-922D-4FEC-B96F-9BA95A8D5F42}" type="presParOf" srcId="{2B041741-6994-4055-B2B7-945528E7E51C}" destId="{6F985E36-B25F-4A8E-BEF7-B18B8FC44B3B}" srcOrd="1" destOrd="0" presId="urn:microsoft.com/office/officeart/2008/layout/LinedList"/>
    <dgm:cxn modelId="{CBEBB23D-BD0F-48F1-A21E-53BAFB701A78}" type="presParOf" srcId="{6F985E36-B25F-4A8E-BEF7-B18B8FC44B3B}" destId="{36600EF9-DDDF-4C19-84C1-2676EE1065C8}" srcOrd="0" destOrd="0" presId="urn:microsoft.com/office/officeart/2008/layout/LinedList"/>
    <dgm:cxn modelId="{6369E770-132F-4B88-8F6C-6AAC908C160F}" type="presParOf" srcId="{6F985E36-B25F-4A8E-BEF7-B18B8FC44B3B}" destId="{7097C92E-E974-4DF0-806C-DEE391A34BF0}" srcOrd="1" destOrd="0" presId="urn:microsoft.com/office/officeart/2008/layout/LinedList"/>
    <dgm:cxn modelId="{66F71624-45C0-499B-80EE-4E07F454814E}" type="presParOf" srcId="{2B041741-6994-4055-B2B7-945528E7E51C}" destId="{3AE3BF51-819B-40BA-A290-E085D30D6155}" srcOrd="2" destOrd="0" presId="urn:microsoft.com/office/officeart/2008/layout/LinedList"/>
    <dgm:cxn modelId="{0C65EFFF-1BD2-42BB-ABAD-ECE4252AC575}" type="presParOf" srcId="{2B041741-6994-4055-B2B7-945528E7E51C}" destId="{37BCCA63-7768-4061-B254-5C76B971D50E}" srcOrd="3" destOrd="0" presId="urn:microsoft.com/office/officeart/2008/layout/LinedList"/>
    <dgm:cxn modelId="{98B4001F-28CB-4666-B892-497B0966D80A}" type="presParOf" srcId="{37BCCA63-7768-4061-B254-5C76B971D50E}" destId="{39691824-2E5B-4CB3-BA6B-C5DA4C41498A}" srcOrd="0" destOrd="0" presId="urn:microsoft.com/office/officeart/2008/layout/LinedList"/>
    <dgm:cxn modelId="{F6DF4435-189B-4025-B933-081F66F7FF08}" type="presParOf" srcId="{37BCCA63-7768-4061-B254-5C76B971D50E}" destId="{837024B7-D9DD-4420-98B0-7A5047082E0E}" srcOrd="1" destOrd="0" presId="urn:microsoft.com/office/officeart/2008/layout/LinedList"/>
    <dgm:cxn modelId="{22164CFD-4F02-4D02-A374-47CEF42F7DC0}" type="presParOf" srcId="{2B041741-6994-4055-B2B7-945528E7E51C}" destId="{B57F6C16-649B-4404-9427-8DA636FE00F9}" srcOrd="4" destOrd="0" presId="urn:microsoft.com/office/officeart/2008/layout/LinedList"/>
    <dgm:cxn modelId="{6EA07203-21F2-44D1-AF05-0510609A3A9C}" type="presParOf" srcId="{2B041741-6994-4055-B2B7-945528E7E51C}" destId="{EA8C99B8-B740-457E-8540-3C871A3C6830}" srcOrd="5" destOrd="0" presId="urn:microsoft.com/office/officeart/2008/layout/LinedList"/>
    <dgm:cxn modelId="{14BB9896-F638-42C1-A87E-F933E758F30F}" type="presParOf" srcId="{EA8C99B8-B740-457E-8540-3C871A3C6830}" destId="{E2F8EECC-8A34-439E-93F9-F6DC32B22913}" srcOrd="0" destOrd="0" presId="urn:microsoft.com/office/officeart/2008/layout/LinedList"/>
    <dgm:cxn modelId="{A624398D-A141-4336-9189-E61F84D81512}" type="presParOf" srcId="{EA8C99B8-B740-457E-8540-3C871A3C6830}" destId="{B38F4879-2EB4-4E1B-984A-43C1105253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C534973-EEF3-409F-AE4D-FE8492E9DED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0F4E1409-2A05-4FAE-A3B5-89902D1BF22C}">
      <dgm:prSet custT="1"/>
      <dgm:spPr/>
      <dgm:t>
        <a:bodyPr/>
        <a:lstStyle/>
        <a:p>
          <a:r>
            <a:rPr lang="en-US" sz="2000" dirty="0"/>
            <a:t>The city-based approach did not yield the desired prediction performance.</a:t>
          </a:r>
        </a:p>
      </dgm:t>
    </dgm:pt>
    <dgm:pt modelId="{98177457-F6F4-45FA-9C7E-6020CB22C48F}" type="parTrans" cxnId="{7690F5AB-D61C-4BCC-9B34-0864038AB137}">
      <dgm:prSet/>
      <dgm:spPr/>
      <dgm:t>
        <a:bodyPr/>
        <a:lstStyle/>
        <a:p>
          <a:endParaRPr lang="en-US"/>
        </a:p>
      </dgm:t>
    </dgm:pt>
    <dgm:pt modelId="{E622C8BB-67E8-40DD-827F-B85E7E8270AF}" type="sibTrans" cxnId="{7690F5AB-D61C-4BCC-9B34-0864038AB137}">
      <dgm:prSet phldrT="01"/>
      <dgm:spPr/>
      <dgm:t>
        <a:bodyPr/>
        <a:lstStyle/>
        <a:p>
          <a:r>
            <a:rPr lang="en-US" dirty="0"/>
            <a:t>01</a:t>
          </a:r>
        </a:p>
      </dgm:t>
    </dgm:pt>
    <dgm:pt modelId="{67CC508F-FBAB-42FF-A6F5-5738D2B57E61}">
      <dgm:prSet custT="1"/>
      <dgm:spPr/>
      <dgm:t>
        <a:bodyPr/>
        <a:lstStyle/>
        <a:p>
          <a:r>
            <a:rPr lang="en-US" sz="2000" dirty="0"/>
            <a:t>In less developed cities, healthcare personnel data contained zero values, especially during 2002–2010.</a:t>
          </a:r>
        </a:p>
      </dgm:t>
    </dgm:pt>
    <dgm:pt modelId="{3C2DF86D-ABEA-4382-8C7B-DC9F0AA92F46}" type="parTrans" cxnId="{62DDDA02-E2EA-46DE-ADF5-CCC1FA09FD4E}">
      <dgm:prSet/>
      <dgm:spPr/>
      <dgm:t>
        <a:bodyPr/>
        <a:lstStyle/>
        <a:p>
          <a:endParaRPr lang="en-US"/>
        </a:p>
      </dgm:t>
    </dgm:pt>
    <dgm:pt modelId="{C8ABC146-0321-4B07-9678-BC05859D71DD}" type="sibTrans" cxnId="{62DDDA02-E2EA-46DE-ADF5-CCC1FA09FD4E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7399D99E-CD15-4457-A32E-D14E53268492}">
      <dgm:prSet custT="1"/>
      <dgm:spPr/>
      <dgm:t>
        <a:bodyPr/>
        <a:lstStyle/>
        <a:p>
          <a:r>
            <a:rPr lang="en-US" sz="2000" dirty="0"/>
            <a:t>Between 2010–2020, these cities still had very small personnel counts (e.g., 1–10), limiting the reliability of city-level forecasting.</a:t>
          </a:r>
        </a:p>
      </dgm:t>
    </dgm:pt>
    <dgm:pt modelId="{89019C54-F0C4-4177-B6DA-689A3568A09E}" type="parTrans" cxnId="{87B1D0E3-030B-401F-8998-AA8040A8493D}">
      <dgm:prSet/>
      <dgm:spPr/>
      <dgm:t>
        <a:bodyPr/>
        <a:lstStyle/>
        <a:p>
          <a:endParaRPr lang="en-US"/>
        </a:p>
      </dgm:t>
    </dgm:pt>
    <dgm:pt modelId="{E7B77FCE-5843-4601-9BBD-7019D4713A90}" type="sibTrans" cxnId="{87B1D0E3-030B-401F-8998-AA8040A8493D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A4EFAE4E-D71B-48E2-9D3A-25F1BE7D81F8}" type="pres">
      <dgm:prSet presAssocID="{3C534973-EEF3-409F-AE4D-FE8492E9DED1}" presName="Name0" presStyleCnt="0">
        <dgm:presLayoutVars>
          <dgm:animLvl val="lvl"/>
          <dgm:resizeHandles val="exact"/>
        </dgm:presLayoutVars>
      </dgm:prSet>
      <dgm:spPr/>
    </dgm:pt>
    <dgm:pt modelId="{E42A3071-A990-4A83-A13E-ACBDF7C73B2E}" type="pres">
      <dgm:prSet presAssocID="{0F4E1409-2A05-4FAE-A3B5-89902D1BF22C}" presName="compositeNode" presStyleCnt="0">
        <dgm:presLayoutVars>
          <dgm:bulletEnabled val="1"/>
        </dgm:presLayoutVars>
      </dgm:prSet>
      <dgm:spPr/>
    </dgm:pt>
    <dgm:pt modelId="{3CDE684F-6611-4737-A378-E77C07085701}" type="pres">
      <dgm:prSet presAssocID="{0F4E1409-2A05-4FAE-A3B5-89902D1BF22C}" presName="bgRect" presStyleLbl="alignNode1" presStyleIdx="0" presStyleCnt="3"/>
      <dgm:spPr/>
    </dgm:pt>
    <dgm:pt modelId="{64D2DF7A-8143-4570-8C63-D0555346BBE5}" type="pres">
      <dgm:prSet presAssocID="{E622C8BB-67E8-40DD-827F-B85E7E8270AF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2623FC9-2E27-489E-AAF4-3977A1E936BA}" type="pres">
      <dgm:prSet presAssocID="{0F4E1409-2A05-4FAE-A3B5-89902D1BF22C}" presName="nodeRect" presStyleLbl="alignNode1" presStyleIdx="0" presStyleCnt="3">
        <dgm:presLayoutVars>
          <dgm:bulletEnabled val="1"/>
        </dgm:presLayoutVars>
      </dgm:prSet>
      <dgm:spPr/>
    </dgm:pt>
    <dgm:pt modelId="{266BA477-AE6E-45C0-AB4B-7DE18F0C6143}" type="pres">
      <dgm:prSet presAssocID="{E622C8BB-67E8-40DD-827F-B85E7E8270AF}" presName="sibTrans" presStyleCnt="0"/>
      <dgm:spPr/>
    </dgm:pt>
    <dgm:pt modelId="{4D2E24E9-73BE-49FE-BD89-66F589DF4DEF}" type="pres">
      <dgm:prSet presAssocID="{67CC508F-FBAB-42FF-A6F5-5738D2B57E61}" presName="compositeNode" presStyleCnt="0">
        <dgm:presLayoutVars>
          <dgm:bulletEnabled val="1"/>
        </dgm:presLayoutVars>
      </dgm:prSet>
      <dgm:spPr/>
    </dgm:pt>
    <dgm:pt modelId="{DBEF5AAF-B09B-4C35-A477-3EAE22C2ACDE}" type="pres">
      <dgm:prSet presAssocID="{67CC508F-FBAB-42FF-A6F5-5738D2B57E61}" presName="bgRect" presStyleLbl="alignNode1" presStyleIdx="1" presStyleCnt="3"/>
      <dgm:spPr/>
    </dgm:pt>
    <dgm:pt modelId="{3A17E2C3-BE26-49E0-8342-B9408121E1FE}" type="pres">
      <dgm:prSet presAssocID="{C8ABC146-0321-4B07-9678-BC05859D71D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8A67290C-C09A-423F-8289-7C19B7ECCFE9}" type="pres">
      <dgm:prSet presAssocID="{67CC508F-FBAB-42FF-A6F5-5738D2B57E61}" presName="nodeRect" presStyleLbl="alignNode1" presStyleIdx="1" presStyleCnt="3">
        <dgm:presLayoutVars>
          <dgm:bulletEnabled val="1"/>
        </dgm:presLayoutVars>
      </dgm:prSet>
      <dgm:spPr/>
    </dgm:pt>
    <dgm:pt modelId="{02530B83-793E-47F8-BC2F-CB661596B827}" type="pres">
      <dgm:prSet presAssocID="{C8ABC146-0321-4B07-9678-BC05859D71DD}" presName="sibTrans" presStyleCnt="0"/>
      <dgm:spPr/>
    </dgm:pt>
    <dgm:pt modelId="{964367AC-FE82-4265-86E6-DCED0C74727C}" type="pres">
      <dgm:prSet presAssocID="{7399D99E-CD15-4457-A32E-D14E53268492}" presName="compositeNode" presStyleCnt="0">
        <dgm:presLayoutVars>
          <dgm:bulletEnabled val="1"/>
        </dgm:presLayoutVars>
      </dgm:prSet>
      <dgm:spPr/>
    </dgm:pt>
    <dgm:pt modelId="{788D2C22-2AE3-45F3-ACA1-F6B6F99EB81E}" type="pres">
      <dgm:prSet presAssocID="{7399D99E-CD15-4457-A32E-D14E53268492}" presName="bgRect" presStyleLbl="alignNode1" presStyleIdx="2" presStyleCnt="3"/>
      <dgm:spPr/>
    </dgm:pt>
    <dgm:pt modelId="{DB1EE0F1-FC88-4727-A63C-428B32371681}" type="pres">
      <dgm:prSet presAssocID="{E7B77FCE-5843-4601-9BBD-7019D4713A90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CAC12D4D-2807-4FCD-B743-ABA5797DA49D}" type="pres">
      <dgm:prSet presAssocID="{7399D99E-CD15-4457-A32E-D14E53268492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62DDDA02-E2EA-46DE-ADF5-CCC1FA09FD4E}" srcId="{3C534973-EEF3-409F-AE4D-FE8492E9DED1}" destId="{67CC508F-FBAB-42FF-A6F5-5738D2B57E61}" srcOrd="1" destOrd="0" parTransId="{3C2DF86D-ABEA-4382-8C7B-DC9F0AA92F46}" sibTransId="{C8ABC146-0321-4B07-9678-BC05859D71DD}"/>
    <dgm:cxn modelId="{05C70D06-52B7-4B2A-96B5-F1714EFA1C51}" type="presOf" srcId="{0F4E1409-2A05-4FAE-A3B5-89902D1BF22C}" destId="{F2623FC9-2E27-489E-AAF4-3977A1E936BA}" srcOrd="1" destOrd="0" presId="urn:microsoft.com/office/officeart/2016/7/layout/LinearBlockProcessNumbered"/>
    <dgm:cxn modelId="{8AD15572-BDB4-4E27-A5D2-CEB3FBAD4A87}" type="presOf" srcId="{0F4E1409-2A05-4FAE-A3B5-89902D1BF22C}" destId="{3CDE684F-6611-4737-A378-E77C07085701}" srcOrd="0" destOrd="0" presId="urn:microsoft.com/office/officeart/2016/7/layout/LinearBlockProcessNumbered"/>
    <dgm:cxn modelId="{0E60C981-FD60-4786-9809-2F9FC7CB7E02}" type="presOf" srcId="{E622C8BB-67E8-40DD-827F-B85E7E8270AF}" destId="{64D2DF7A-8143-4570-8C63-D0555346BBE5}" srcOrd="0" destOrd="0" presId="urn:microsoft.com/office/officeart/2016/7/layout/LinearBlockProcessNumbered"/>
    <dgm:cxn modelId="{309BA09F-4976-487D-A858-78166828B1CA}" type="presOf" srcId="{3C534973-EEF3-409F-AE4D-FE8492E9DED1}" destId="{A4EFAE4E-D71B-48E2-9D3A-25F1BE7D81F8}" srcOrd="0" destOrd="0" presId="urn:microsoft.com/office/officeart/2016/7/layout/LinearBlockProcessNumbered"/>
    <dgm:cxn modelId="{7690F5AB-D61C-4BCC-9B34-0864038AB137}" srcId="{3C534973-EEF3-409F-AE4D-FE8492E9DED1}" destId="{0F4E1409-2A05-4FAE-A3B5-89902D1BF22C}" srcOrd="0" destOrd="0" parTransId="{98177457-F6F4-45FA-9C7E-6020CB22C48F}" sibTransId="{E622C8BB-67E8-40DD-827F-B85E7E8270AF}"/>
    <dgm:cxn modelId="{9AD6F7B1-1DC9-4680-9B4C-ED8E2E439CCF}" type="presOf" srcId="{7399D99E-CD15-4457-A32E-D14E53268492}" destId="{CAC12D4D-2807-4FCD-B743-ABA5797DA49D}" srcOrd="1" destOrd="0" presId="urn:microsoft.com/office/officeart/2016/7/layout/LinearBlockProcessNumbered"/>
    <dgm:cxn modelId="{EF630CB5-17EB-46C1-A439-4A915AA4B50F}" type="presOf" srcId="{E7B77FCE-5843-4601-9BBD-7019D4713A90}" destId="{DB1EE0F1-FC88-4727-A63C-428B32371681}" srcOrd="0" destOrd="0" presId="urn:microsoft.com/office/officeart/2016/7/layout/LinearBlockProcessNumbered"/>
    <dgm:cxn modelId="{87B1D0E3-030B-401F-8998-AA8040A8493D}" srcId="{3C534973-EEF3-409F-AE4D-FE8492E9DED1}" destId="{7399D99E-CD15-4457-A32E-D14E53268492}" srcOrd="2" destOrd="0" parTransId="{89019C54-F0C4-4177-B6DA-689A3568A09E}" sibTransId="{E7B77FCE-5843-4601-9BBD-7019D4713A90}"/>
    <dgm:cxn modelId="{3AF008F1-B7EB-4F92-A757-B70D721488CA}" type="presOf" srcId="{7399D99E-CD15-4457-A32E-D14E53268492}" destId="{788D2C22-2AE3-45F3-ACA1-F6B6F99EB81E}" srcOrd="0" destOrd="0" presId="urn:microsoft.com/office/officeart/2016/7/layout/LinearBlockProcessNumbered"/>
    <dgm:cxn modelId="{CCF106F6-D924-402A-BBBF-648CCF77CCDB}" type="presOf" srcId="{C8ABC146-0321-4B07-9678-BC05859D71DD}" destId="{3A17E2C3-BE26-49E0-8342-B9408121E1FE}" srcOrd="0" destOrd="0" presId="urn:microsoft.com/office/officeart/2016/7/layout/LinearBlockProcessNumbered"/>
    <dgm:cxn modelId="{A36022F6-D95A-48D0-BCE2-D01E9CD9884D}" type="presOf" srcId="{67CC508F-FBAB-42FF-A6F5-5738D2B57E61}" destId="{DBEF5AAF-B09B-4C35-A477-3EAE22C2ACDE}" srcOrd="0" destOrd="0" presId="urn:microsoft.com/office/officeart/2016/7/layout/LinearBlockProcessNumbered"/>
    <dgm:cxn modelId="{4AD1D1F7-ADF1-4CAE-A03B-DF0B5CEED5AD}" type="presOf" srcId="{67CC508F-FBAB-42FF-A6F5-5738D2B57E61}" destId="{8A67290C-C09A-423F-8289-7C19B7ECCFE9}" srcOrd="1" destOrd="0" presId="urn:microsoft.com/office/officeart/2016/7/layout/LinearBlockProcessNumbered"/>
    <dgm:cxn modelId="{4B946CB1-6946-404F-85A6-162CDEB4BBA1}" type="presParOf" srcId="{A4EFAE4E-D71B-48E2-9D3A-25F1BE7D81F8}" destId="{E42A3071-A990-4A83-A13E-ACBDF7C73B2E}" srcOrd="0" destOrd="0" presId="urn:microsoft.com/office/officeart/2016/7/layout/LinearBlockProcessNumbered"/>
    <dgm:cxn modelId="{07AF5FB9-D19B-49A2-81A2-B9BC4541DE6D}" type="presParOf" srcId="{E42A3071-A990-4A83-A13E-ACBDF7C73B2E}" destId="{3CDE684F-6611-4737-A378-E77C07085701}" srcOrd="0" destOrd="0" presId="urn:microsoft.com/office/officeart/2016/7/layout/LinearBlockProcessNumbered"/>
    <dgm:cxn modelId="{ABE0E7DD-10CB-4D79-BEF4-B3F02CF286E6}" type="presParOf" srcId="{E42A3071-A990-4A83-A13E-ACBDF7C73B2E}" destId="{64D2DF7A-8143-4570-8C63-D0555346BBE5}" srcOrd="1" destOrd="0" presId="urn:microsoft.com/office/officeart/2016/7/layout/LinearBlockProcessNumbered"/>
    <dgm:cxn modelId="{BE301EE5-70E9-4E6C-9EE4-B9C7C9AC346D}" type="presParOf" srcId="{E42A3071-A990-4A83-A13E-ACBDF7C73B2E}" destId="{F2623FC9-2E27-489E-AAF4-3977A1E936BA}" srcOrd="2" destOrd="0" presId="urn:microsoft.com/office/officeart/2016/7/layout/LinearBlockProcessNumbered"/>
    <dgm:cxn modelId="{AE6BE007-92C7-411A-B038-BCF5178C1E9E}" type="presParOf" srcId="{A4EFAE4E-D71B-48E2-9D3A-25F1BE7D81F8}" destId="{266BA477-AE6E-45C0-AB4B-7DE18F0C6143}" srcOrd="1" destOrd="0" presId="urn:microsoft.com/office/officeart/2016/7/layout/LinearBlockProcessNumbered"/>
    <dgm:cxn modelId="{711075D5-DE1F-41B8-B8DB-01D4D39E23DF}" type="presParOf" srcId="{A4EFAE4E-D71B-48E2-9D3A-25F1BE7D81F8}" destId="{4D2E24E9-73BE-49FE-BD89-66F589DF4DEF}" srcOrd="2" destOrd="0" presId="urn:microsoft.com/office/officeart/2016/7/layout/LinearBlockProcessNumbered"/>
    <dgm:cxn modelId="{333D51FE-AFB5-4FE0-8734-55FC9635FBD7}" type="presParOf" srcId="{4D2E24E9-73BE-49FE-BD89-66F589DF4DEF}" destId="{DBEF5AAF-B09B-4C35-A477-3EAE22C2ACDE}" srcOrd="0" destOrd="0" presId="urn:microsoft.com/office/officeart/2016/7/layout/LinearBlockProcessNumbered"/>
    <dgm:cxn modelId="{C2D333E6-560A-4341-9D8D-6493AE56F36C}" type="presParOf" srcId="{4D2E24E9-73BE-49FE-BD89-66F589DF4DEF}" destId="{3A17E2C3-BE26-49E0-8342-B9408121E1FE}" srcOrd="1" destOrd="0" presId="urn:microsoft.com/office/officeart/2016/7/layout/LinearBlockProcessNumbered"/>
    <dgm:cxn modelId="{0D4AA4C8-E6BB-47EC-9B01-D57B30954D69}" type="presParOf" srcId="{4D2E24E9-73BE-49FE-BD89-66F589DF4DEF}" destId="{8A67290C-C09A-423F-8289-7C19B7ECCFE9}" srcOrd="2" destOrd="0" presId="urn:microsoft.com/office/officeart/2016/7/layout/LinearBlockProcessNumbered"/>
    <dgm:cxn modelId="{2F011137-5881-45C1-9926-0C95F14B864C}" type="presParOf" srcId="{A4EFAE4E-D71B-48E2-9D3A-25F1BE7D81F8}" destId="{02530B83-793E-47F8-BC2F-CB661596B827}" srcOrd="3" destOrd="0" presId="urn:microsoft.com/office/officeart/2016/7/layout/LinearBlockProcessNumbered"/>
    <dgm:cxn modelId="{C11464A4-1B53-47CE-A1F2-5FB8EDDEE342}" type="presParOf" srcId="{A4EFAE4E-D71B-48E2-9D3A-25F1BE7D81F8}" destId="{964367AC-FE82-4265-86E6-DCED0C74727C}" srcOrd="4" destOrd="0" presId="urn:microsoft.com/office/officeart/2016/7/layout/LinearBlockProcessNumbered"/>
    <dgm:cxn modelId="{21C32A30-2C21-495E-A6CA-CE765F1D3B70}" type="presParOf" srcId="{964367AC-FE82-4265-86E6-DCED0C74727C}" destId="{788D2C22-2AE3-45F3-ACA1-F6B6F99EB81E}" srcOrd="0" destOrd="0" presId="urn:microsoft.com/office/officeart/2016/7/layout/LinearBlockProcessNumbered"/>
    <dgm:cxn modelId="{72D579DA-2EB0-40E5-B054-2061BA462FAF}" type="presParOf" srcId="{964367AC-FE82-4265-86E6-DCED0C74727C}" destId="{DB1EE0F1-FC88-4727-A63C-428B32371681}" srcOrd="1" destOrd="0" presId="urn:microsoft.com/office/officeart/2016/7/layout/LinearBlockProcessNumbered"/>
    <dgm:cxn modelId="{383951C0-5214-4203-A42B-D561BF1D3C66}" type="presParOf" srcId="{964367AC-FE82-4265-86E6-DCED0C74727C}" destId="{CAC12D4D-2807-4FCD-B743-ABA5797DA49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FCF72FB-A0CA-41EA-9485-A4EBB3D835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2E51FA5-2268-42E5-BF7E-B4E9B79725DA}">
      <dgm:prSet custT="1"/>
      <dgm:spPr/>
      <dgm:t>
        <a:bodyPr/>
        <a:lstStyle/>
        <a:p>
          <a:r>
            <a:rPr lang="en-US" sz="2000" dirty="0"/>
            <a:t>This study demonstrates that a data-driven, region-based approach provides more reliable forecasts for healthcare workforce planning.</a:t>
          </a:r>
        </a:p>
      </dgm:t>
    </dgm:pt>
    <dgm:pt modelId="{1073941D-D3E6-48A2-B67D-3582FC98FF8A}" type="parTrans" cxnId="{DE0ABDCA-75ED-4AA9-A33F-8FD4A59E5405}">
      <dgm:prSet/>
      <dgm:spPr/>
      <dgm:t>
        <a:bodyPr/>
        <a:lstStyle/>
        <a:p>
          <a:endParaRPr lang="en-US"/>
        </a:p>
      </dgm:t>
    </dgm:pt>
    <dgm:pt modelId="{1B40DB29-40CE-4D0E-B28E-E48A92C9069A}" type="sibTrans" cxnId="{DE0ABDCA-75ED-4AA9-A33F-8FD4A59E5405}">
      <dgm:prSet/>
      <dgm:spPr/>
      <dgm:t>
        <a:bodyPr/>
        <a:lstStyle/>
        <a:p>
          <a:endParaRPr lang="en-US"/>
        </a:p>
      </dgm:t>
    </dgm:pt>
    <dgm:pt modelId="{11B8E1AE-0BE6-4182-B680-AAC212341F38}">
      <dgm:prSet/>
      <dgm:spPr/>
      <dgm:t>
        <a:bodyPr/>
        <a:lstStyle/>
        <a:p>
          <a:r>
            <a:rPr lang="en-US" dirty="0"/>
            <a:t>Machine learning models can support more informed and proactive assignment decisions in national healthcare systems.</a:t>
          </a:r>
        </a:p>
      </dgm:t>
    </dgm:pt>
    <dgm:pt modelId="{6FC69B0C-60DD-44B3-8512-895981D9E956}" type="parTrans" cxnId="{F5AD4A98-0824-4206-8D1D-D6068528222A}">
      <dgm:prSet/>
      <dgm:spPr/>
      <dgm:t>
        <a:bodyPr/>
        <a:lstStyle/>
        <a:p>
          <a:endParaRPr lang="en-US"/>
        </a:p>
      </dgm:t>
    </dgm:pt>
    <dgm:pt modelId="{72F91C75-8DCA-40B2-AFD2-0171F30EA289}" type="sibTrans" cxnId="{F5AD4A98-0824-4206-8D1D-D6068528222A}">
      <dgm:prSet/>
      <dgm:spPr/>
      <dgm:t>
        <a:bodyPr/>
        <a:lstStyle/>
        <a:p>
          <a:endParaRPr lang="en-US"/>
        </a:p>
      </dgm:t>
    </dgm:pt>
    <dgm:pt modelId="{D2319DDB-53C0-495D-94E9-5AE3ADAB7D5A}" type="pres">
      <dgm:prSet presAssocID="{7FCF72FB-A0CA-41EA-9485-A4EBB3D8357F}" presName="root" presStyleCnt="0">
        <dgm:presLayoutVars>
          <dgm:dir/>
          <dgm:resizeHandles val="exact"/>
        </dgm:presLayoutVars>
      </dgm:prSet>
      <dgm:spPr/>
    </dgm:pt>
    <dgm:pt modelId="{BCF055C3-B31C-497D-BEB4-8039F7FDE255}" type="pres">
      <dgm:prSet presAssocID="{92E51FA5-2268-42E5-BF7E-B4E9B79725DA}" presName="compNode" presStyleCnt="0"/>
      <dgm:spPr/>
    </dgm:pt>
    <dgm:pt modelId="{08439116-0CF1-4BDB-B89E-23895E28EC88}" type="pres">
      <dgm:prSet presAssocID="{92E51FA5-2268-42E5-BF7E-B4E9B79725D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plantı"/>
        </a:ext>
      </dgm:extLst>
    </dgm:pt>
    <dgm:pt modelId="{B6998945-F8DE-4794-A2B9-0DDC91EA2458}" type="pres">
      <dgm:prSet presAssocID="{92E51FA5-2268-42E5-BF7E-B4E9B79725DA}" presName="spaceRect" presStyleCnt="0"/>
      <dgm:spPr/>
    </dgm:pt>
    <dgm:pt modelId="{D3943A03-E1E6-4C15-B4A5-F120764DEBAF}" type="pres">
      <dgm:prSet presAssocID="{92E51FA5-2268-42E5-BF7E-B4E9B79725DA}" presName="textRect" presStyleLbl="revTx" presStyleIdx="0" presStyleCnt="2">
        <dgm:presLayoutVars>
          <dgm:chMax val="1"/>
          <dgm:chPref val="1"/>
        </dgm:presLayoutVars>
      </dgm:prSet>
      <dgm:spPr/>
    </dgm:pt>
    <dgm:pt modelId="{5B48ADDE-BE0B-447C-A68F-06BDD8DA1033}" type="pres">
      <dgm:prSet presAssocID="{1B40DB29-40CE-4D0E-B28E-E48A92C9069A}" presName="sibTrans" presStyleCnt="0"/>
      <dgm:spPr/>
    </dgm:pt>
    <dgm:pt modelId="{231134E5-FB47-4BED-A547-A7FBAB56C417}" type="pres">
      <dgm:prSet presAssocID="{11B8E1AE-0BE6-4182-B680-AAC212341F38}" presName="compNode" presStyleCnt="0"/>
      <dgm:spPr/>
    </dgm:pt>
    <dgm:pt modelId="{50E67A13-0B50-41B3-949B-92D4044FAAEA}" type="pres">
      <dgm:prSet presAssocID="{11B8E1AE-0BE6-4182-B680-AAC212341F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oskop"/>
        </a:ext>
      </dgm:extLst>
    </dgm:pt>
    <dgm:pt modelId="{ED4CBB28-B70B-4C35-A2F3-3EAED5F38BA0}" type="pres">
      <dgm:prSet presAssocID="{11B8E1AE-0BE6-4182-B680-AAC212341F38}" presName="spaceRect" presStyleCnt="0"/>
      <dgm:spPr/>
    </dgm:pt>
    <dgm:pt modelId="{01A35E4B-4377-43E2-B15D-ED919462B4DE}" type="pres">
      <dgm:prSet presAssocID="{11B8E1AE-0BE6-4182-B680-AAC212341F3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38A2778-D397-43D8-BFFE-D173459508BA}" type="presOf" srcId="{7FCF72FB-A0CA-41EA-9485-A4EBB3D8357F}" destId="{D2319DDB-53C0-495D-94E9-5AE3ADAB7D5A}" srcOrd="0" destOrd="0" presId="urn:microsoft.com/office/officeart/2018/2/layout/IconLabelList"/>
    <dgm:cxn modelId="{F5AD4A98-0824-4206-8D1D-D6068528222A}" srcId="{7FCF72FB-A0CA-41EA-9485-A4EBB3D8357F}" destId="{11B8E1AE-0BE6-4182-B680-AAC212341F38}" srcOrd="1" destOrd="0" parTransId="{6FC69B0C-60DD-44B3-8512-895981D9E956}" sibTransId="{72F91C75-8DCA-40B2-AFD2-0171F30EA289}"/>
    <dgm:cxn modelId="{C801EFB0-EF7B-4F2E-B905-A7655848EA43}" type="presOf" srcId="{11B8E1AE-0BE6-4182-B680-AAC212341F38}" destId="{01A35E4B-4377-43E2-B15D-ED919462B4DE}" srcOrd="0" destOrd="0" presId="urn:microsoft.com/office/officeart/2018/2/layout/IconLabelList"/>
    <dgm:cxn modelId="{DE0ABDCA-75ED-4AA9-A33F-8FD4A59E5405}" srcId="{7FCF72FB-A0CA-41EA-9485-A4EBB3D8357F}" destId="{92E51FA5-2268-42E5-BF7E-B4E9B79725DA}" srcOrd="0" destOrd="0" parTransId="{1073941D-D3E6-48A2-B67D-3582FC98FF8A}" sibTransId="{1B40DB29-40CE-4D0E-B28E-E48A92C9069A}"/>
    <dgm:cxn modelId="{00DC6CEE-D330-484D-ACDC-33D6DCAEE8C2}" type="presOf" srcId="{92E51FA5-2268-42E5-BF7E-B4E9B79725DA}" destId="{D3943A03-E1E6-4C15-B4A5-F120764DEBAF}" srcOrd="0" destOrd="0" presId="urn:microsoft.com/office/officeart/2018/2/layout/IconLabelList"/>
    <dgm:cxn modelId="{3E63971A-BCF1-48A5-9E00-E348A0A7A281}" type="presParOf" srcId="{D2319DDB-53C0-495D-94E9-5AE3ADAB7D5A}" destId="{BCF055C3-B31C-497D-BEB4-8039F7FDE255}" srcOrd="0" destOrd="0" presId="urn:microsoft.com/office/officeart/2018/2/layout/IconLabelList"/>
    <dgm:cxn modelId="{A8AD2FC0-A0E3-492B-A64B-A3CC493624A9}" type="presParOf" srcId="{BCF055C3-B31C-497D-BEB4-8039F7FDE255}" destId="{08439116-0CF1-4BDB-B89E-23895E28EC88}" srcOrd="0" destOrd="0" presId="urn:microsoft.com/office/officeart/2018/2/layout/IconLabelList"/>
    <dgm:cxn modelId="{43711A7A-F76F-4C19-938E-20B1A3BF056F}" type="presParOf" srcId="{BCF055C3-B31C-497D-BEB4-8039F7FDE255}" destId="{B6998945-F8DE-4794-A2B9-0DDC91EA2458}" srcOrd="1" destOrd="0" presId="urn:microsoft.com/office/officeart/2018/2/layout/IconLabelList"/>
    <dgm:cxn modelId="{43DF8F64-30AC-49CC-A9EA-02FD01CD83FE}" type="presParOf" srcId="{BCF055C3-B31C-497D-BEB4-8039F7FDE255}" destId="{D3943A03-E1E6-4C15-B4A5-F120764DEBAF}" srcOrd="2" destOrd="0" presId="urn:microsoft.com/office/officeart/2018/2/layout/IconLabelList"/>
    <dgm:cxn modelId="{01C49A15-E842-4743-9495-F7416BB6FF6D}" type="presParOf" srcId="{D2319DDB-53C0-495D-94E9-5AE3ADAB7D5A}" destId="{5B48ADDE-BE0B-447C-A68F-06BDD8DA1033}" srcOrd="1" destOrd="0" presId="urn:microsoft.com/office/officeart/2018/2/layout/IconLabelList"/>
    <dgm:cxn modelId="{21B4F780-57FD-4ACE-BE11-9E0A2F18694C}" type="presParOf" srcId="{D2319DDB-53C0-495D-94E9-5AE3ADAB7D5A}" destId="{231134E5-FB47-4BED-A547-A7FBAB56C417}" srcOrd="2" destOrd="0" presId="urn:microsoft.com/office/officeart/2018/2/layout/IconLabelList"/>
    <dgm:cxn modelId="{DEC726D7-50A1-41C1-9135-CAE80CC292D1}" type="presParOf" srcId="{231134E5-FB47-4BED-A547-A7FBAB56C417}" destId="{50E67A13-0B50-41B3-949B-92D4044FAAEA}" srcOrd="0" destOrd="0" presId="urn:microsoft.com/office/officeart/2018/2/layout/IconLabelList"/>
    <dgm:cxn modelId="{256658A4-55B7-48EE-AEFE-BCD155110172}" type="presParOf" srcId="{231134E5-FB47-4BED-A547-A7FBAB56C417}" destId="{ED4CBB28-B70B-4C35-A2F3-3EAED5F38BA0}" srcOrd="1" destOrd="0" presId="urn:microsoft.com/office/officeart/2018/2/layout/IconLabelList"/>
    <dgm:cxn modelId="{0EE7C088-DB23-4F6F-80FC-6263FFFEF042}" type="presParOf" srcId="{231134E5-FB47-4BED-A547-A7FBAB56C417}" destId="{01A35E4B-4377-43E2-B15D-ED919462B4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483A4-A69F-4883-8210-9E892A519E6C}">
      <dsp:nvSpPr>
        <dsp:cNvPr id="0" name=""/>
        <dsp:cNvSpPr/>
      </dsp:nvSpPr>
      <dsp:spPr>
        <a:xfrm>
          <a:off x="1210" y="91552"/>
          <a:ext cx="2581077" cy="15486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study focuses on healthcare workforce assignments in Türkiye.</a:t>
          </a:r>
        </a:p>
      </dsp:txBody>
      <dsp:txXfrm>
        <a:off x="46568" y="136910"/>
        <a:ext cx="2490361" cy="1457930"/>
      </dsp:txXfrm>
    </dsp:sp>
    <dsp:sp modelId="{F2D8C905-2DCF-41FB-99F6-9CDC5AACE1A2}">
      <dsp:nvSpPr>
        <dsp:cNvPr id="0" name=""/>
        <dsp:cNvSpPr/>
      </dsp:nvSpPr>
      <dsp:spPr>
        <a:xfrm>
          <a:off x="2809422" y="545822"/>
          <a:ext cx="547188" cy="6401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09422" y="673843"/>
        <a:ext cx="383032" cy="384065"/>
      </dsp:txXfrm>
    </dsp:sp>
    <dsp:sp modelId="{0E7F13AE-873A-45B5-A859-1B73C6DA17A8}">
      <dsp:nvSpPr>
        <dsp:cNvPr id="0" name=""/>
        <dsp:cNvSpPr/>
      </dsp:nvSpPr>
      <dsp:spPr>
        <a:xfrm>
          <a:off x="3614719" y="91552"/>
          <a:ext cx="2581077" cy="1548646"/>
        </a:xfrm>
        <a:prstGeom prst="roundRect">
          <a:avLst>
            <a:gd name="adj" fmla="val 10000"/>
          </a:avLst>
        </a:prstGeom>
        <a:solidFill>
          <a:schemeClr val="accent4">
            <a:hueOff val="-2130982"/>
            <a:satOff val="-2321"/>
            <a:lumOff val="12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Türkiye is a large country with approximately 85 million people and 81 provinces.</a:t>
          </a:r>
        </a:p>
      </dsp:txBody>
      <dsp:txXfrm>
        <a:off x="3660077" y="136910"/>
        <a:ext cx="2490361" cy="1457930"/>
      </dsp:txXfrm>
    </dsp:sp>
    <dsp:sp modelId="{2F72CE63-25C0-413C-A21A-910BB43ACE25}">
      <dsp:nvSpPr>
        <dsp:cNvPr id="0" name=""/>
        <dsp:cNvSpPr/>
      </dsp:nvSpPr>
      <dsp:spPr>
        <a:xfrm rot="5400000">
          <a:off x="4631663" y="1820874"/>
          <a:ext cx="547188" cy="6401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196474"/>
            <a:satOff val="-3481"/>
            <a:lumOff val="186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713225" y="1867333"/>
        <a:ext cx="384065" cy="383032"/>
      </dsp:txXfrm>
    </dsp:sp>
    <dsp:sp modelId="{9C692F26-8672-4115-BF9A-7964159043DC}">
      <dsp:nvSpPr>
        <dsp:cNvPr id="0" name=""/>
        <dsp:cNvSpPr/>
      </dsp:nvSpPr>
      <dsp:spPr>
        <a:xfrm>
          <a:off x="3614719" y="2672630"/>
          <a:ext cx="2581077" cy="1548646"/>
        </a:xfrm>
        <a:prstGeom prst="roundRect">
          <a:avLst>
            <a:gd name="adj" fmla="val 10000"/>
          </a:avLst>
        </a:prstGeom>
        <a:solidFill>
          <a:schemeClr val="accent4">
            <a:hueOff val="-4261965"/>
            <a:satOff val="-4641"/>
            <a:lumOff val="24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Due to its population size and geographic scale, healthcare planning is a critical public policy issue.</a:t>
          </a:r>
        </a:p>
      </dsp:txBody>
      <dsp:txXfrm>
        <a:off x="3660077" y="2717988"/>
        <a:ext cx="2490361" cy="1457930"/>
      </dsp:txXfrm>
    </dsp:sp>
    <dsp:sp modelId="{DB05A7FD-544C-4BAD-9012-24416439037E}">
      <dsp:nvSpPr>
        <dsp:cNvPr id="0" name=""/>
        <dsp:cNvSpPr/>
      </dsp:nvSpPr>
      <dsp:spPr>
        <a:xfrm rot="10800000">
          <a:off x="2840395" y="3126899"/>
          <a:ext cx="547188" cy="6401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6392947"/>
            <a:satOff val="-6962"/>
            <a:lumOff val="37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3004551" y="3254920"/>
        <a:ext cx="383032" cy="384065"/>
      </dsp:txXfrm>
    </dsp:sp>
    <dsp:sp modelId="{D3181733-1430-4C42-AA44-DD60A7678801}">
      <dsp:nvSpPr>
        <dsp:cNvPr id="0" name=""/>
        <dsp:cNvSpPr/>
      </dsp:nvSpPr>
      <dsp:spPr>
        <a:xfrm>
          <a:off x="1210" y="2672630"/>
          <a:ext cx="2581077" cy="1548646"/>
        </a:xfrm>
        <a:prstGeom prst="roundRect">
          <a:avLst>
            <a:gd name="adj" fmla="val 10000"/>
          </a:avLst>
        </a:prstGeom>
        <a:solidFill>
          <a:schemeClr val="accent4">
            <a:hueOff val="-6392947"/>
            <a:satOff val="-6962"/>
            <a:lumOff val="37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Türkiye adopts a social welfare–oriented healthcare system</a:t>
          </a:r>
          <a:r>
            <a:rPr lang="tr-TR" sz="1800" kern="1200"/>
            <a:t>.</a:t>
          </a:r>
          <a:endParaRPr lang="en-US" sz="1800" kern="1200"/>
        </a:p>
      </dsp:txBody>
      <dsp:txXfrm>
        <a:off x="46568" y="2717988"/>
        <a:ext cx="2490361" cy="1457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71676-B578-4FDC-834F-9DCB0D339B27}">
      <dsp:nvSpPr>
        <dsp:cNvPr id="0" name=""/>
        <dsp:cNvSpPr/>
      </dsp:nvSpPr>
      <dsp:spPr>
        <a:xfrm>
          <a:off x="0" y="367579"/>
          <a:ext cx="5621799" cy="12647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To better understand the healthcare context in Türkiye, public healthcare services are largely funded by the state.</a:t>
          </a:r>
        </a:p>
      </dsp:txBody>
      <dsp:txXfrm>
        <a:off x="61741" y="429320"/>
        <a:ext cx="5498317" cy="1141288"/>
      </dsp:txXfrm>
    </dsp:sp>
    <dsp:sp modelId="{A589FD4B-B3F0-48E2-8F1F-85F58FF86901}">
      <dsp:nvSpPr>
        <dsp:cNvPr id="0" name=""/>
        <dsp:cNvSpPr/>
      </dsp:nvSpPr>
      <dsp:spPr>
        <a:xfrm>
          <a:off x="0" y="1698589"/>
          <a:ext cx="5621799" cy="126477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 addition, a substantial share of medication costs is covered by government reimbursement schemes.</a:t>
          </a:r>
        </a:p>
      </dsp:txBody>
      <dsp:txXfrm>
        <a:off x="61741" y="1760330"/>
        <a:ext cx="5498317" cy="11412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32A41-CABE-4247-9E80-AE65E9D4EA6F}">
      <dsp:nvSpPr>
        <dsp:cNvPr id="0" name=""/>
        <dsp:cNvSpPr/>
      </dsp:nvSpPr>
      <dsp:spPr>
        <a:xfrm>
          <a:off x="0" y="56678"/>
          <a:ext cx="3833434" cy="14097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Healthcare workforce planning is critical due to the essential role of healthcare systems.</a:t>
          </a:r>
        </a:p>
      </dsp:txBody>
      <dsp:txXfrm>
        <a:off x="68816" y="125494"/>
        <a:ext cx="3695802" cy="1272071"/>
      </dsp:txXfrm>
    </dsp:sp>
    <dsp:sp modelId="{9491DB7A-B573-4685-8986-B2E1BCAB4F6C}">
      <dsp:nvSpPr>
        <dsp:cNvPr id="0" name=""/>
        <dsp:cNvSpPr/>
      </dsp:nvSpPr>
      <dsp:spPr>
        <a:xfrm>
          <a:off x="0" y="1518222"/>
          <a:ext cx="3833434" cy="1409703"/>
        </a:xfrm>
        <a:prstGeom prst="roundRect">
          <a:avLst/>
        </a:prstGeom>
        <a:solidFill>
          <a:schemeClr val="accent4">
            <a:hueOff val="-3196474"/>
            <a:satOff val="-3481"/>
            <a:lumOff val="186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Türkiye, personnel assignments are based on hospitals’ self-reported staffing requests.</a:t>
          </a:r>
        </a:p>
      </dsp:txBody>
      <dsp:txXfrm>
        <a:off x="68816" y="1587038"/>
        <a:ext cx="3695802" cy="1272071"/>
      </dsp:txXfrm>
    </dsp:sp>
    <dsp:sp modelId="{24E6A434-1871-4FF2-B59A-2D6C2C9DD6D5}">
      <dsp:nvSpPr>
        <dsp:cNvPr id="0" name=""/>
        <dsp:cNvSpPr/>
      </dsp:nvSpPr>
      <dsp:spPr>
        <a:xfrm>
          <a:off x="0" y="2979765"/>
          <a:ext cx="3833434" cy="1409703"/>
        </a:xfrm>
        <a:prstGeom prst="roundRect">
          <a:avLst/>
        </a:prstGeom>
        <a:solidFill>
          <a:schemeClr val="accent4">
            <a:hueOff val="-6392947"/>
            <a:satOff val="-6962"/>
            <a:lumOff val="37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approach may lead to over-allocation in low-need hospitals and under-allocation in high-urgency regions.</a:t>
          </a:r>
        </a:p>
      </dsp:txBody>
      <dsp:txXfrm>
        <a:off x="68816" y="3048581"/>
        <a:ext cx="3695802" cy="12720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16D44-D0ED-413F-855E-9BBB4FDE8CA3}">
      <dsp:nvSpPr>
        <dsp:cNvPr id="0" name=""/>
        <dsp:cNvSpPr/>
      </dsp:nvSpPr>
      <dsp:spPr>
        <a:xfrm>
          <a:off x="0" y="387"/>
          <a:ext cx="10671048" cy="9074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65944-D02D-4FC3-B375-64EF8692E4EE}">
      <dsp:nvSpPr>
        <dsp:cNvPr id="0" name=""/>
        <dsp:cNvSpPr/>
      </dsp:nvSpPr>
      <dsp:spPr>
        <a:xfrm>
          <a:off x="274502" y="204563"/>
          <a:ext cx="499096" cy="4990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EFFEB-6CAE-4740-881D-D6900D3A57F0}">
      <dsp:nvSpPr>
        <dsp:cNvPr id="0" name=""/>
        <dsp:cNvSpPr/>
      </dsp:nvSpPr>
      <dsp:spPr>
        <a:xfrm>
          <a:off x="1048101" y="387"/>
          <a:ext cx="9622946" cy="9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38" tIns="96038" rIns="96038" bIns="960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 address this issue, we propose a population-driven forecasting model for healthcare workforce planning.</a:t>
          </a:r>
        </a:p>
      </dsp:txBody>
      <dsp:txXfrm>
        <a:off x="1048101" y="387"/>
        <a:ext cx="9622946" cy="907447"/>
      </dsp:txXfrm>
    </dsp:sp>
    <dsp:sp modelId="{83158BF7-1E48-4E91-9C0A-A53AC783F47A}">
      <dsp:nvSpPr>
        <dsp:cNvPr id="0" name=""/>
        <dsp:cNvSpPr/>
      </dsp:nvSpPr>
      <dsp:spPr>
        <a:xfrm>
          <a:off x="0" y="1134697"/>
          <a:ext cx="10671048" cy="9074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8107B-D1B0-4940-82DF-AEB666EFFF1A}">
      <dsp:nvSpPr>
        <dsp:cNvPr id="0" name=""/>
        <dsp:cNvSpPr/>
      </dsp:nvSpPr>
      <dsp:spPr>
        <a:xfrm>
          <a:off x="274502" y="1338872"/>
          <a:ext cx="499096" cy="4990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7273C-AE14-4B7E-BC92-C777378EE55A}">
      <dsp:nvSpPr>
        <dsp:cNvPr id="0" name=""/>
        <dsp:cNvSpPr/>
      </dsp:nvSpPr>
      <dsp:spPr>
        <a:xfrm>
          <a:off x="1048101" y="1134697"/>
          <a:ext cx="9622946" cy="9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38" tIns="96038" rIns="96038" bIns="960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Instead of relying on hospital requests, the model predicts future personnel needs at the city level based on population trends.</a:t>
          </a:r>
        </a:p>
      </dsp:txBody>
      <dsp:txXfrm>
        <a:off x="1048101" y="1134697"/>
        <a:ext cx="9622946" cy="907447"/>
      </dsp:txXfrm>
    </dsp:sp>
    <dsp:sp modelId="{C64CC502-E66F-4C9B-8568-C2C33D5721E4}">
      <dsp:nvSpPr>
        <dsp:cNvPr id="0" name=""/>
        <dsp:cNvSpPr/>
      </dsp:nvSpPr>
      <dsp:spPr>
        <a:xfrm>
          <a:off x="0" y="2269006"/>
          <a:ext cx="10671048" cy="9074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32F9C-F77D-4A5D-B54F-072A7C4A996D}">
      <dsp:nvSpPr>
        <dsp:cNvPr id="0" name=""/>
        <dsp:cNvSpPr/>
      </dsp:nvSpPr>
      <dsp:spPr>
        <a:xfrm>
          <a:off x="274502" y="2473182"/>
          <a:ext cx="499096" cy="4990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83F64-45C7-4C15-BC7A-1638CDFFBEF1}">
      <dsp:nvSpPr>
        <dsp:cNvPr id="0" name=""/>
        <dsp:cNvSpPr/>
      </dsp:nvSpPr>
      <dsp:spPr>
        <a:xfrm>
          <a:off x="1048101" y="2269006"/>
          <a:ext cx="9622946" cy="9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38" tIns="96038" rIns="96038" bIns="9603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approach enables pre-assignment identification of required personnel types and quantities for each city.</a:t>
          </a:r>
        </a:p>
      </dsp:txBody>
      <dsp:txXfrm>
        <a:off x="1048101" y="2269006"/>
        <a:ext cx="9622946" cy="9074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0C757-9C33-473C-9240-D394719DB3CF}">
      <dsp:nvSpPr>
        <dsp:cNvPr id="0" name=""/>
        <dsp:cNvSpPr/>
      </dsp:nvSpPr>
      <dsp:spPr>
        <a:xfrm>
          <a:off x="0" y="0"/>
          <a:ext cx="1067104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8F727-E0A0-484B-90D7-DCF798CBD41C}">
      <dsp:nvSpPr>
        <dsp:cNvPr id="0" name=""/>
        <dsp:cNvSpPr/>
      </dsp:nvSpPr>
      <dsp:spPr>
        <a:xfrm>
          <a:off x="0" y="0"/>
          <a:ext cx="10671048" cy="158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The proposed solution is implemented through a data-driven and machine learning–based framework.</a:t>
          </a:r>
        </a:p>
      </dsp:txBody>
      <dsp:txXfrm>
        <a:off x="0" y="0"/>
        <a:ext cx="10671048" cy="1588420"/>
      </dsp:txXfrm>
    </dsp:sp>
    <dsp:sp modelId="{8DFDC192-9EA5-4C5E-85EE-015A8A5289E1}">
      <dsp:nvSpPr>
        <dsp:cNvPr id="0" name=""/>
        <dsp:cNvSpPr/>
      </dsp:nvSpPr>
      <dsp:spPr>
        <a:xfrm>
          <a:off x="0" y="1588420"/>
          <a:ext cx="10671048" cy="0"/>
        </a:xfrm>
        <a:prstGeom prst="line">
          <a:avLst/>
        </a:prstGeom>
        <a:solidFill>
          <a:schemeClr val="accent2">
            <a:hueOff val="-18210601"/>
            <a:satOff val="2931"/>
            <a:lumOff val="8040"/>
            <a:alphaOff val="0"/>
          </a:schemeClr>
        </a:solidFill>
        <a:ln w="12700" cap="flat" cmpd="sng" algn="ctr">
          <a:solidFill>
            <a:schemeClr val="accent2">
              <a:hueOff val="-18210601"/>
              <a:satOff val="2931"/>
              <a:lumOff val="80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51F54-198D-4FF9-A739-F6A0C6DF1B96}">
      <dsp:nvSpPr>
        <dsp:cNvPr id="0" name=""/>
        <dsp:cNvSpPr/>
      </dsp:nvSpPr>
      <dsp:spPr>
        <a:xfrm>
          <a:off x="0" y="1588420"/>
          <a:ext cx="10671048" cy="158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The study integrates demographic and healthcare indicators to forecast future workforce demand.</a:t>
          </a:r>
        </a:p>
      </dsp:txBody>
      <dsp:txXfrm>
        <a:off x="0" y="1588420"/>
        <a:ext cx="10671048" cy="15884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93EE3-DFDB-481D-A386-04C1D70D4D94}">
      <dsp:nvSpPr>
        <dsp:cNvPr id="0" name=""/>
        <dsp:cNvSpPr/>
      </dsp:nvSpPr>
      <dsp:spPr>
        <a:xfrm>
          <a:off x="0" y="3973960"/>
          <a:ext cx="7477607" cy="13043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 addition, population data for 2024 were included to estimate city-level workforce demand for 2024.</a:t>
          </a:r>
        </a:p>
      </dsp:txBody>
      <dsp:txXfrm>
        <a:off x="0" y="3973960"/>
        <a:ext cx="7477607" cy="1304342"/>
      </dsp:txXfrm>
    </dsp:sp>
    <dsp:sp modelId="{36CF24AE-4497-4208-84E6-38FD37CEF532}">
      <dsp:nvSpPr>
        <dsp:cNvPr id="0" name=""/>
        <dsp:cNvSpPr/>
      </dsp:nvSpPr>
      <dsp:spPr>
        <a:xfrm rot="10800000">
          <a:off x="0" y="1987446"/>
          <a:ext cx="7477607" cy="2006078"/>
        </a:xfrm>
        <a:prstGeom prst="upArrowCallout">
          <a:avLst/>
        </a:prstGeom>
        <a:solidFill>
          <a:schemeClr val="accent4">
            <a:hueOff val="-3196474"/>
            <a:satOff val="-3481"/>
            <a:lumOff val="1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dataset includes:</a:t>
          </a:r>
        </a:p>
      </dsp:txBody>
      <dsp:txXfrm rot="-10800000">
        <a:off x="0" y="1987446"/>
        <a:ext cx="7477607" cy="704133"/>
      </dsp:txXfrm>
    </dsp:sp>
    <dsp:sp modelId="{41F6BFFE-C483-426D-95D9-0FCB6C97BEBB}">
      <dsp:nvSpPr>
        <dsp:cNvPr id="0" name=""/>
        <dsp:cNvSpPr/>
      </dsp:nvSpPr>
      <dsp:spPr>
        <a:xfrm>
          <a:off x="0" y="2691580"/>
          <a:ext cx="1869401" cy="59981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Eight healthcare personnel types</a:t>
          </a:r>
        </a:p>
      </dsp:txBody>
      <dsp:txXfrm>
        <a:off x="0" y="2691580"/>
        <a:ext cx="1869401" cy="599817"/>
      </dsp:txXfrm>
    </dsp:sp>
    <dsp:sp modelId="{469FF8BD-4C54-4339-A6E2-09B4C602918A}">
      <dsp:nvSpPr>
        <dsp:cNvPr id="0" name=""/>
        <dsp:cNvSpPr/>
      </dsp:nvSpPr>
      <dsp:spPr>
        <a:xfrm>
          <a:off x="1869401" y="2691580"/>
          <a:ext cx="1869401" cy="599817"/>
        </a:xfrm>
        <a:prstGeom prst="rect">
          <a:avLst/>
        </a:prstGeom>
        <a:solidFill>
          <a:schemeClr val="accent4">
            <a:tint val="40000"/>
            <a:alpha val="90000"/>
            <a:hueOff val="-2176074"/>
            <a:satOff val="-1412"/>
            <a:lumOff val="11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2176074"/>
              <a:satOff val="-1412"/>
              <a:lumOff val="1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Number of hospitals</a:t>
          </a:r>
        </a:p>
      </dsp:txBody>
      <dsp:txXfrm>
        <a:off x="1869401" y="2691580"/>
        <a:ext cx="1869401" cy="599817"/>
      </dsp:txXfrm>
    </dsp:sp>
    <dsp:sp modelId="{5B0A428D-84F5-4C92-BAC6-F87A26DF0B7E}">
      <dsp:nvSpPr>
        <dsp:cNvPr id="0" name=""/>
        <dsp:cNvSpPr/>
      </dsp:nvSpPr>
      <dsp:spPr>
        <a:xfrm>
          <a:off x="3738803" y="2691580"/>
          <a:ext cx="1869401" cy="599817"/>
        </a:xfrm>
        <a:prstGeom prst="rect">
          <a:avLst/>
        </a:prstGeom>
        <a:solidFill>
          <a:schemeClr val="accent4">
            <a:tint val="40000"/>
            <a:alpha val="90000"/>
            <a:hueOff val="-4352149"/>
            <a:satOff val="-2825"/>
            <a:lumOff val="233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4352149"/>
              <a:satOff val="-2825"/>
              <a:lumOff val="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Number of hospital beds</a:t>
          </a:r>
        </a:p>
      </dsp:txBody>
      <dsp:txXfrm>
        <a:off x="3738803" y="2691580"/>
        <a:ext cx="1869401" cy="599817"/>
      </dsp:txXfrm>
    </dsp:sp>
    <dsp:sp modelId="{3E3E0151-EA7A-44C5-9D79-19EF62520E3B}">
      <dsp:nvSpPr>
        <dsp:cNvPr id="0" name=""/>
        <dsp:cNvSpPr/>
      </dsp:nvSpPr>
      <dsp:spPr>
        <a:xfrm>
          <a:off x="5608205" y="2691580"/>
          <a:ext cx="1869401" cy="599817"/>
        </a:xfrm>
        <a:prstGeom prst="rect">
          <a:avLst/>
        </a:prstGeom>
        <a:solidFill>
          <a:schemeClr val="accent4">
            <a:tint val="40000"/>
            <a:alpha val="90000"/>
            <a:hueOff val="-6528223"/>
            <a:satOff val="-4237"/>
            <a:lumOff val="35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6528223"/>
              <a:satOff val="-4237"/>
              <a:lumOff val="3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City-level population data</a:t>
          </a:r>
        </a:p>
      </dsp:txBody>
      <dsp:txXfrm>
        <a:off x="5608205" y="2691580"/>
        <a:ext cx="1869401" cy="599817"/>
      </dsp:txXfrm>
    </dsp:sp>
    <dsp:sp modelId="{56AEB88D-7157-4003-BB81-DC6A85BCE0A0}">
      <dsp:nvSpPr>
        <dsp:cNvPr id="0" name=""/>
        <dsp:cNvSpPr/>
      </dsp:nvSpPr>
      <dsp:spPr>
        <a:xfrm rot="10800000">
          <a:off x="0" y="933"/>
          <a:ext cx="7477607" cy="2006078"/>
        </a:xfrm>
        <a:prstGeom prst="upArrowCallout">
          <a:avLst/>
        </a:prstGeom>
        <a:solidFill>
          <a:schemeClr val="accent4">
            <a:hueOff val="-6392947"/>
            <a:satOff val="-6962"/>
            <a:lumOff val="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were collected from TURKSTAT (Turkish Statistical Institute) covering the period 2002–2023.</a:t>
          </a:r>
        </a:p>
      </dsp:txBody>
      <dsp:txXfrm rot="10800000">
        <a:off x="0" y="933"/>
        <a:ext cx="7477607" cy="13034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4DFC1-653A-4F73-8F7A-4400D9EF87AA}">
      <dsp:nvSpPr>
        <dsp:cNvPr id="0" name=""/>
        <dsp:cNvSpPr/>
      </dsp:nvSpPr>
      <dsp:spPr>
        <a:xfrm>
          <a:off x="0" y="0"/>
          <a:ext cx="76150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6A12E-2E1E-4643-9934-877BA8F7FA1D}">
      <dsp:nvSpPr>
        <dsp:cNvPr id="0" name=""/>
        <dsp:cNvSpPr/>
      </dsp:nvSpPr>
      <dsp:spPr>
        <a:xfrm>
          <a:off x="0" y="0"/>
          <a:ext cx="1523008" cy="5034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The</a:t>
          </a:r>
          <a:r>
            <a:rPr lang="tr-TR" sz="2000" kern="1200" dirty="0"/>
            <a:t> </a:t>
          </a:r>
          <a:r>
            <a:rPr lang="tr-TR" sz="2000" kern="1200" dirty="0" err="1"/>
            <a:t>dataset</a:t>
          </a:r>
          <a:r>
            <a:rPr lang="tr-TR" sz="2000" kern="1200" dirty="0"/>
            <a:t> </a:t>
          </a:r>
          <a:r>
            <a:rPr lang="tr-TR" sz="2000" kern="1200" dirty="0" err="1"/>
            <a:t>covers</a:t>
          </a:r>
          <a:r>
            <a:rPr lang="tr-TR" sz="2000" kern="1200" dirty="0"/>
            <a:t> </a:t>
          </a:r>
          <a:r>
            <a:rPr lang="tr-TR" sz="2000" kern="1200" dirty="0" err="1"/>
            <a:t>eight</a:t>
          </a:r>
          <a:r>
            <a:rPr lang="tr-TR" sz="2000" kern="1200" dirty="0"/>
            <a:t> </a:t>
          </a:r>
          <a:r>
            <a:rPr lang="tr-TR" sz="2000" kern="1200" dirty="0" err="1"/>
            <a:t>healthcare</a:t>
          </a:r>
          <a:r>
            <a:rPr lang="tr-TR" sz="2000" kern="1200" dirty="0"/>
            <a:t> </a:t>
          </a:r>
          <a:r>
            <a:rPr lang="tr-TR" sz="2000" kern="1200" dirty="0" err="1"/>
            <a:t>personnel</a:t>
          </a:r>
          <a:r>
            <a:rPr lang="tr-TR" sz="2000" kern="1200" dirty="0"/>
            <a:t> </a:t>
          </a:r>
          <a:r>
            <a:rPr lang="tr-TR" sz="2000" kern="1200" dirty="0" err="1"/>
            <a:t>categories</a:t>
          </a:r>
          <a:r>
            <a:rPr lang="tr-TR" sz="2000" kern="1200" dirty="0"/>
            <a:t>:</a:t>
          </a:r>
          <a:endParaRPr lang="en-US" sz="2000" kern="1200" dirty="0"/>
        </a:p>
      </dsp:txBody>
      <dsp:txXfrm>
        <a:off x="0" y="0"/>
        <a:ext cx="1523008" cy="5034458"/>
      </dsp:txXfrm>
    </dsp:sp>
    <dsp:sp modelId="{B4F7BD9D-B3FE-484D-9994-97CF87882EC0}">
      <dsp:nvSpPr>
        <dsp:cNvPr id="0" name=""/>
        <dsp:cNvSpPr/>
      </dsp:nvSpPr>
      <dsp:spPr>
        <a:xfrm>
          <a:off x="1637234" y="29775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 dirty="0"/>
            <a:t>Consultant</a:t>
          </a:r>
          <a:endParaRPr lang="en-US" sz="2700" kern="1200" dirty="0"/>
        </a:p>
      </dsp:txBody>
      <dsp:txXfrm>
        <a:off x="1637234" y="29775"/>
        <a:ext cx="5977809" cy="595506"/>
      </dsp:txXfrm>
    </dsp:sp>
    <dsp:sp modelId="{7CC7228C-D5BE-452A-A538-BFCCAF13E8F1}">
      <dsp:nvSpPr>
        <dsp:cNvPr id="0" name=""/>
        <dsp:cNvSpPr/>
      </dsp:nvSpPr>
      <dsp:spPr>
        <a:xfrm>
          <a:off x="1523008" y="625281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EDA39-5E68-4CC7-BF55-8091A81BE7F8}">
      <dsp:nvSpPr>
        <dsp:cNvPr id="0" name=""/>
        <dsp:cNvSpPr/>
      </dsp:nvSpPr>
      <dsp:spPr>
        <a:xfrm>
          <a:off x="1637234" y="655057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 dirty="0" err="1"/>
            <a:t>Resident</a:t>
          </a:r>
          <a:r>
            <a:rPr lang="tr-TR" sz="2700" kern="1200" dirty="0"/>
            <a:t> </a:t>
          </a:r>
          <a:r>
            <a:rPr lang="tr-TR" sz="2700" kern="1200" dirty="0" err="1"/>
            <a:t>Doctor</a:t>
          </a:r>
          <a:endParaRPr lang="en-US" sz="2700" kern="1200" dirty="0"/>
        </a:p>
      </dsp:txBody>
      <dsp:txXfrm>
        <a:off x="1637234" y="655057"/>
        <a:ext cx="5977809" cy="595506"/>
      </dsp:txXfrm>
    </dsp:sp>
    <dsp:sp modelId="{8B96C293-2D59-4DB8-9D1A-E452E2758B12}">
      <dsp:nvSpPr>
        <dsp:cNvPr id="0" name=""/>
        <dsp:cNvSpPr/>
      </dsp:nvSpPr>
      <dsp:spPr>
        <a:xfrm>
          <a:off x="1523008" y="1250563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3CB20-4810-499D-A8DF-4C6D40C4E22F}">
      <dsp:nvSpPr>
        <dsp:cNvPr id="0" name=""/>
        <dsp:cNvSpPr/>
      </dsp:nvSpPr>
      <dsp:spPr>
        <a:xfrm>
          <a:off x="1637234" y="1280339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 dirty="0"/>
            <a:t>General </a:t>
          </a:r>
          <a:r>
            <a:rPr lang="tr-TR" sz="2700" kern="1200" dirty="0" err="1"/>
            <a:t>Practitioners</a:t>
          </a:r>
          <a:endParaRPr lang="en-US" sz="2700" kern="1200" dirty="0"/>
        </a:p>
      </dsp:txBody>
      <dsp:txXfrm>
        <a:off x="1637234" y="1280339"/>
        <a:ext cx="5977809" cy="595506"/>
      </dsp:txXfrm>
    </dsp:sp>
    <dsp:sp modelId="{5DE9935B-80A8-4276-8F00-7F33CA646E04}">
      <dsp:nvSpPr>
        <dsp:cNvPr id="0" name=""/>
        <dsp:cNvSpPr/>
      </dsp:nvSpPr>
      <dsp:spPr>
        <a:xfrm>
          <a:off x="1523008" y="1875845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2CFF02-E2C7-4594-8A59-D5243402847A}">
      <dsp:nvSpPr>
        <dsp:cNvPr id="0" name=""/>
        <dsp:cNvSpPr/>
      </dsp:nvSpPr>
      <dsp:spPr>
        <a:xfrm>
          <a:off x="1637234" y="1905621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/>
            <a:t>Pharmacists</a:t>
          </a:r>
          <a:endParaRPr lang="en-US" sz="2700" kern="1200"/>
        </a:p>
      </dsp:txBody>
      <dsp:txXfrm>
        <a:off x="1637234" y="1905621"/>
        <a:ext cx="5977809" cy="595506"/>
      </dsp:txXfrm>
    </dsp:sp>
    <dsp:sp modelId="{CF83824B-F9DF-4DC2-A059-D1ACF86CE0C4}">
      <dsp:nvSpPr>
        <dsp:cNvPr id="0" name=""/>
        <dsp:cNvSpPr/>
      </dsp:nvSpPr>
      <dsp:spPr>
        <a:xfrm>
          <a:off x="1523008" y="2501127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0D8EC-8BFD-4757-AEDB-90D3CE530D5F}">
      <dsp:nvSpPr>
        <dsp:cNvPr id="0" name=""/>
        <dsp:cNvSpPr/>
      </dsp:nvSpPr>
      <dsp:spPr>
        <a:xfrm>
          <a:off x="1637234" y="2530902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/>
            <a:t>Dentists</a:t>
          </a:r>
          <a:endParaRPr lang="en-US" sz="2700" kern="1200"/>
        </a:p>
      </dsp:txBody>
      <dsp:txXfrm>
        <a:off x="1637234" y="2530902"/>
        <a:ext cx="5977809" cy="595506"/>
      </dsp:txXfrm>
    </dsp:sp>
    <dsp:sp modelId="{BE56EBAF-D652-4ABB-B281-DDF52928BFC8}">
      <dsp:nvSpPr>
        <dsp:cNvPr id="0" name=""/>
        <dsp:cNvSpPr/>
      </dsp:nvSpPr>
      <dsp:spPr>
        <a:xfrm>
          <a:off x="1523008" y="3126409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20241-31E6-457A-8130-7A6F8C7C38A8}">
      <dsp:nvSpPr>
        <dsp:cNvPr id="0" name=""/>
        <dsp:cNvSpPr/>
      </dsp:nvSpPr>
      <dsp:spPr>
        <a:xfrm>
          <a:off x="1637234" y="3156184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/>
            <a:t>Midwives</a:t>
          </a:r>
          <a:endParaRPr lang="en-US" sz="2700" kern="1200"/>
        </a:p>
      </dsp:txBody>
      <dsp:txXfrm>
        <a:off x="1637234" y="3156184"/>
        <a:ext cx="5977809" cy="595506"/>
      </dsp:txXfrm>
    </dsp:sp>
    <dsp:sp modelId="{7A0E5093-D921-4B8A-8D82-0896E353E84C}">
      <dsp:nvSpPr>
        <dsp:cNvPr id="0" name=""/>
        <dsp:cNvSpPr/>
      </dsp:nvSpPr>
      <dsp:spPr>
        <a:xfrm>
          <a:off x="1523008" y="3751691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1AFE1-0819-4DBA-8230-FA3AC2D4E48D}">
      <dsp:nvSpPr>
        <dsp:cNvPr id="0" name=""/>
        <dsp:cNvSpPr/>
      </dsp:nvSpPr>
      <dsp:spPr>
        <a:xfrm>
          <a:off x="1637234" y="3781466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/>
            <a:t>Nurses</a:t>
          </a:r>
          <a:endParaRPr lang="en-US" sz="2700" kern="1200"/>
        </a:p>
      </dsp:txBody>
      <dsp:txXfrm>
        <a:off x="1637234" y="3781466"/>
        <a:ext cx="5977809" cy="595506"/>
      </dsp:txXfrm>
    </dsp:sp>
    <dsp:sp modelId="{918FD2AF-8F6B-4847-A89B-FAB2AB0A4BCE}">
      <dsp:nvSpPr>
        <dsp:cNvPr id="0" name=""/>
        <dsp:cNvSpPr/>
      </dsp:nvSpPr>
      <dsp:spPr>
        <a:xfrm>
          <a:off x="1523008" y="4376973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1B48F-B0E8-49EA-831F-6203B35AAE4E}">
      <dsp:nvSpPr>
        <dsp:cNvPr id="0" name=""/>
        <dsp:cNvSpPr/>
      </dsp:nvSpPr>
      <dsp:spPr>
        <a:xfrm>
          <a:off x="1637234" y="4406748"/>
          <a:ext cx="5977809" cy="595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/>
            <a:t>Other Healthcare Personnel</a:t>
          </a:r>
          <a:endParaRPr lang="en-US" sz="2700" kern="1200"/>
        </a:p>
      </dsp:txBody>
      <dsp:txXfrm>
        <a:off x="1637234" y="4406748"/>
        <a:ext cx="5977809" cy="595506"/>
      </dsp:txXfrm>
    </dsp:sp>
    <dsp:sp modelId="{AEAB0341-A841-4448-90AD-E6971CE7BAF3}">
      <dsp:nvSpPr>
        <dsp:cNvPr id="0" name=""/>
        <dsp:cNvSpPr/>
      </dsp:nvSpPr>
      <dsp:spPr>
        <a:xfrm>
          <a:off x="1523008" y="5002255"/>
          <a:ext cx="60920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B449D-3BD3-4B59-89E9-B67D5BB55966}">
      <dsp:nvSpPr>
        <dsp:cNvPr id="0" name=""/>
        <dsp:cNvSpPr/>
      </dsp:nvSpPr>
      <dsp:spPr>
        <a:xfrm>
          <a:off x="0" y="1768"/>
          <a:ext cx="6940548" cy="753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D4C30-4DE8-4645-B219-D224449B946B}">
      <dsp:nvSpPr>
        <dsp:cNvPr id="0" name=""/>
        <dsp:cNvSpPr/>
      </dsp:nvSpPr>
      <dsp:spPr>
        <a:xfrm>
          <a:off x="227994" y="171351"/>
          <a:ext cx="414534" cy="4145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ABC00-1F47-4182-BD80-DC0EE3FB690C}">
      <dsp:nvSpPr>
        <dsp:cNvPr id="0" name=""/>
        <dsp:cNvSpPr/>
      </dsp:nvSpPr>
      <dsp:spPr>
        <a:xfrm>
          <a:off x="870522" y="1768"/>
          <a:ext cx="6070025" cy="753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67" tIns="79767" rIns="79767" bIns="797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Classical Regression Models </a:t>
          </a:r>
        </a:p>
      </dsp:txBody>
      <dsp:txXfrm>
        <a:off x="870522" y="1768"/>
        <a:ext cx="6070025" cy="753699"/>
      </dsp:txXfrm>
    </dsp:sp>
    <dsp:sp modelId="{31DD6030-0A88-4BA7-81DB-92C86E8BCF92}">
      <dsp:nvSpPr>
        <dsp:cNvPr id="0" name=""/>
        <dsp:cNvSpPr/>
      </dsp:nvSpPr>
      <dsp:spPr>
        <a:xfrm>
          <a:off x="0" y="943892"/>
          <a:ext cx="6940548" cy="753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F64D9-D492-479F-A296-12F186D3A694}">
      <dsp:nvSpPr>
        <dsp:cNvPr id="0" name=""/>
        <dsp:cNvSpPr/>
      </dsp:nvSpPr>
      <dsp:spPr>
        <a:xfrm>
          <a:off x="227994" y="1113475"/>
          <a:ext cx="414534" cy="4145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77A40-DB18-4081-8269-906ECF9469C6}">
      <dsp:nvSpPr>
        <dsp:cNvPr id="0" name=""/>
        <dsp:cNvSpPr/>
      </dsp:nvSpPr>
      <dsp:spPr>
        <a:xfrm>
          <a:off x="870522" y="943892"/>
          <a:ext cx="6070025" cy="753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67" tIns="79767" rIns="79767" bIns="797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Tree-Based Ensemble Models </a:t>
          </a:r>
        </a:p>
      </dsp:txBody>
      <dsp:txXfrm>
        <a:off x="870522" y="943892"/>
        <a:ext cx="6070025" cy="753699"/>
      </dsp:txXfrm>
    </dsp:sp>
    <dsp:sp modelId="{133298F0-EF40-4912-8E53-60244A76C64C}">
      <dsp:nvSpPr>
        <dsp:cNvPr id="0" name=""/>
        <dsp:cNvSpPr/>
      </dsp:nvSpPr>
      <dsp:spPr>
        <a:xfrm>
          <a:off x="0" y="1886017"/>
          <a:ext cx="6940548" cy="753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58F55-8306-4040-914D-43F3A812B83F}">
      <dsp:nvSpPr>
        <dsp:cNvPr id="0" name=""/>
        <dsp:cNvSpPr/>
      </dsp:nvSpPr>
      <dsp:spPr>
        <a:xfrm>
          <a:off x="227994" y="2055599"/>
          <a:ext cx="414534" cy="4145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F0324-2D54-4035-8A7C-B8F529F925B9}">
      <dsp:nvSpPr>
        <dsp:cNvPr id="0" name=""/>
        <dsp:cNvSpPr/>
      </dsp:nvSpPr>
      <dsp:spPr>
        <a:xfrm>
          <a:off x="870522" y="1886017"/>
          <a:ext cx="6070025" cy="753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67" tIns="79767" rIns="79767" bIns="797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Deep Learning Models </a:t>
          </a:r>
        </a:p>
      </dsp:txBody>
      <dsp:txXfrm>
        <a:off x="870522" y="1886017"/>
        <a:ext cx="6070025" cy="753699"/>
      </dsp:txXfrm>
    </dsp:sp>
    <dsp:sp modelId="{3549AA55-49F3-4FF2-B99A-BD77CB09BF4D}">
      <dsp:nvSpPr>
        <dsp:cNvPr id="0" name=""/>
        <dsp:cNvSpPr/>
      </dsp:nvSpPr>
      <dsp:spPr>
        <a:xfrm>
          <a:off x="0" y="2828141"/>
          <a:ext cx="6940548" cy="753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4D3DD-A582-4EF1-BD92-F09AD1586F5D}">
      <dsp:nvSpPr>
        <dsp:cNvPr id="0" name=""/>
        <dsp:cNvSpPr/>
      </dsp:nvSpPr>
      <dsp:spPr>
        <a:xfrm>
          <a:off x="227994" y="2997723"/>
          <a:ext cx="414534" cy="4145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6C733-101D-4BCA-8F8D-577ADD5DEE25}">
      <dsp:nvSpPr>
        <dsp:cNvPr id="0" name=""/>
        <dsp:cNvSpPr/>
      </dsp:nvSpPr>
      <dsp:spPr>
        <a:xfrm>
          <a:off x="870522" y="2828141"/>
          <a:ext cx="6070025" cy="753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67" tIns="79767" rIns="79767" bIns="797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 Series Forecasting Models </a:t>
          </a:r>
        </a:p>
      </dsp:txBody>
      <dsp:txXfrm>
        <a:off x="870522" y="2828141"/>
        <a:ext cx="6070025" cy="753699"/>
      </dsp:txXfrm>
    </dsp:sp>
    <dsp:sp modelId="{F1AB3A0E-1C7F-4171-B06D-021B9524A9F3}">
      <dsp:nvSpPr>
        <dsp:cNvPr id="0" name=""/>
        <dsp:cNvSpPr/>
      </dsp:nvSpPr>
      <dsp:spPr>
        <a:xfrm>
          <a:off x="0" y="3770265"/>
          <a:ext cx="6940548" cy="753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6242A-7F0D-4B4E-B9B5-C2443499E751}">
      <dsp:nvSpPr>
        <dsp:cNvPr id="0" name=""/>
        <dsp:cNvSpPr/>
      </dsp:nvSpPr>
      <dsp:spPr>
        <a:xfrm>
          <a:off x="227994" y="3939847"/>
          <a:ext cx="414534" cy="4145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0C7A7-C8C8-4927-B986-D87D92DA6E2D}">
      <dsp:nvSpPr>
        <dsp:cNvPr id="0" name=""/>
        <dsp:cNvSpPr/>
      </dsp:nvSpPr>
      <dsp:spPr>
        <a:xfrm>
          <a:off x="870522" y="3770265"/>
          <a:ext cx="6070025" cy="753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67" tIns="79767" rIns="79767" bIns="797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 Vector Regression </a:t>
          </a:r>
        </a:p>
      </dsp:txBody>
      <dsp:txXfrm>
        <a:off x="870522" y="3770265"/>
        <a:ext cx="6070025" cy="753699"/>
      </dsp:txXfrm>
    </dsp:sp>
    <dsp:sp modelId="{78972BBC-FBFF-4EAB-806C-7769E25B225D}">
      <dsp:nvSpPr>
        <dsp:cNvPr id="0" name=""/>
        <dsp:cNvSpPr/>
      </dsp:nvSpPr>
      <dsp:spPr>
        <a:xfrm>
          <a:off x="0" y="4712389"/>
          <a:ext cx="6940548" cy="753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A8898-5FB5-46E8-9DC3-B1088FAD99C3}">
      <dsp:nvSpPr>
        <dsp:cNvPr id="0" name=""/>
        <dsp:cNvSpPr/>
      </dsp:nvSpPr>
      <dsp:spPr>
        <a:xfrm>
          <a:off x="227994" y="4881972"/>
          <a:ext cx="414534" cy="41453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EFDD6-EECD-40EE-8431-2A24DF182BAB}">
      <dsp:nvSpPr>
        <dsp:cNvPr id="0" name=""/>
        <dsp:cNvSpPr/>
      </dsp:nvSpPr>
      <dsp:spPr>
        <a:xfrm>
          <a:off x="870522" y="4712389"/>
          <a:ext cx="6070025" cy="753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67" tIns="79767" rIns="79767" bIns="797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K-Nearest Neighbors Regression </a:t>
          </a:r>
        </a:p>
      </dsp:txBody>
      <dsp:txXfrm>
        <a:off x="870522" y="4712389"/>
        <a:ext cx="6070025" cy="7536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6797E-2D7B-4877-86BA-8EC0EA70944C}">
      <dsp:nvSpPr>
        <dsp:cNvPr id="0" name=""/>
        <dsp:cNvSpPr/>
      </dsp:nvSpPr>
      <dsp:spPr>
        <a:xfrm>
          <a:off x="0" y="0"/>
          <a:ext cx="6132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8A00A-1B11-4441-9B81-09EA7D707316}">
      <dsp:nvSpPr>
        <dsp:cNvPr id="0" name=""/>
        <dsp:cNvSpPr/>
      </dsp:nvSpPr>
      <dsp:spPr>
        <a:xfrm>
          <a:off x="0" y="0"/>
          <a:ext cx="6132236" cy="2517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6500" kern="1200"/>
            <a:t>City Based Approach </a:t>
          </a:r>
          <a:endParaRPr lang="en-US" sz="6500" kern="1200"/>
        </a:p>
      </dsp:txBody>
      <dsp:txXfrm>
        <a:off x="0" y="0"/>
        <a:ext cx="6132236" cy="2517483"/>
      </dsp:txXfrm>
    </dsp:sp>
    <dsp:sp modelId="{1205BA8E-0BD1-40F8-B804-346063EE52C0}">
      <dsp:nvSpPr>
        <dsp:cNvPr id="0" name=""/>
        <dsp:cNvSpPr/>
      </dsp:nvSpPr>
      <dsp:spPr>
        <a:xfrm>
          <a:off x="0" y="2517483"/>
          <a:ext cx="6132236" cy="0"/>
        </a:xfrm>
        <a:prstGeom prst="line">
          <a:avLst/>
        </a:prstGeom>
        <a:solidFill>
          <a:schemeClr val="accent2">
            <a:hueOff val="-18210601"/>
            <a:satOff val="2931"/>
            <a:lumOff val="8040"/>
            <a:alphaOff val="0"/>
          </a:schemeClr>
        </a:solidFill>
        <a:ln w="12700" cap="flat" cmpd="sng" algn="ctr">
          <a:solidFill>
            <a:schemeClr val="accent2">
              <a:hueOff val="-18210601"/>
              <a:satOff val="2931"/>
              <a:lumOff val="80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CE7A5-AF61-4D4C-9850-22F0471AF2CD}">
      <dsp:nvSpPr>
        <dsp:cNvPr id="0" name=""/>
        <dsp:cNvSpPr/>
      </dsp:nvSpPr>
      <dsp:spPr>
        <a:xfrm>
          <a:off x="0" y="2517483"/>
          <a:ext cx="6132236" cy="2517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6500" kern="1200"/>
            <a:t>Region Based Approach</a:t>
          </a:r>
          <a:endParaRPr lang="en-US" sz="6500" kern="1200"/>
        </a:p>
      </dsp:txBody>
      <dsp:txXfrm>
        <a:off x="0" y="2517483"/>
        <a:ext cx="6132236" cy="25174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8C39B3-2872-43CC-97E8-5AAEDD677FF3}">
      <dsp:nvSpPr>
        <dsp:cNvPr id="0" name=""/>
        <dsp:cNvSpPr/>
      </dsp:nvSpPr>
      <dsp:spPr>
        <a:xfrm>
          <a:off x="0" y="1893"/>
          <a:ext cx="415819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6600EF9-DDDF-4C19-84C1-2676EE1065C8}">
      <dsp:nvSpPr>
        <dsp:cNvPr id="0" name=""/>
        <dsp:cNvSpPr/>
      </dsp:nvSpPr>
      <dsp:spPr>
        <a:xfrm>
          <a:off x="0" y="1893"/>
          <a:ext cx="4158191" cy="1291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City-level forecasts were generated for 2024 using nine machine learning models.</a:t>
          </a:r>
        </a:p>
      </dsp:txBody>
      <dsp:txXfrm>
        <a:off x="0" y="1893"/>
        <a:ext cx="4158191" cy="1291560"/>
      </dsp:txXfrm>
    </dsp:sp>
    <dsp:sp modelId="{3AE3BF51-819B-40BA-A290-E085D30D6155}">
      <dsp:nvSpPr>
        <dsp:cNvPr id="0" name=""/>
        <dsp:cNvSpPr/>
      </dsp:nvSpPr>
      <dsp:spPr>
        <a:xfrm>
          <a:off x="0" y="1213623"/>
          <a:ext cx="4158191" cy="0"/>
        </a:xfrm>
        <a:prstGeom prst="line">
          <a:avLst/>
        </a:prstGeom>
        <a:gradFill rotWithShape="0">
          <a:gsLst>
            <a:gs pos="0">
              <a:schemeClr val="accent2">
                <a:hueOff val="-9105300"/>
                <a:satOff val="1465"/>
                <a:lumOff val="40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105300"/>
                <a:satOff val="1465"/>
                <a:lumOff val="40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105300"/>
                <a:satOff val="1465"/>
                <a:lumOff val="40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9105300"/>
              <a:satOff val="1465"/>
              <a:lumOff val="402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9691824-2E5B-4CB3-BA6B-C5DA4C41498A}">
      <dsp:nvSpPr>
        <dsp:cNvPr id="0" name=""/>
        <dsp:cNvSpPr/>
      </dsp:nvSpPr>
      <dsp:spPr>
        <a:xfrm>
          <a:off x="0" y="1293454"/>
          <a:ext cx="4158191" cy="1291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Hyperparameter optimization and cross-validation were applied to ensure robust and generalizable results.</a:t>
          </a:r>
        </a:p>
      </dsp:txBody>
      <dsp:txXfrm>
        <a:off x="0" y="1293454"/>
        <a:ext cx="4158191" cy="1291560"/>
      </dsp:txXfrm>
    </dsp:sp>
    <dsp:sp modelId="{B57F6C16-649B-4404-9427-8DA636FE00F9}">
      <dsp:nvSpPr>
        <dsp:cNvPr id="0" name=""/>
        <dsp:cNvSpPr/>
      </dsp:nvSpPr>
      <dsp:spPr>
        <a:xfrm>
          <a:off x="0" y="2585015"/>
          <a:ext cx="4158191" cy="0"/>
        </a:xfrm>
        <a:prstGeom prst="line">
          <a:avLst/>
        </a:prstGeom>
        <a:gradFill rotWithShape="0">
          <a:gsLst>
            <a:gs pos="0">
              <a:schemeClr val="accent2">
                <a:hueOff val="-18210601"/>
                <a:satOff val="2931"/>
                <a:lumOff val="80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8210601"/>
                <a:satOff val="2931"/>
                <a:lumOff val="80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8210601"/>
                <a:satOff val="2931"/>
                <a:lumOff val="80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8210601"/>
              <a:satOff val="2931"/>
              <a:lumOff val="804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2F8EECC-8A34-439E-93F9-F6DC32B22913}">
      <dsp:nvSpPr>
        <dsp:cNvPr id="0" name=""/>
        <dsp:cNvSpPr/>
      </dsp:nvSpPr>
      <dsp:spPr>
        <a:xfrm>
          <a:off x="0" y="2585015"/>
          <a:ext cx="4158191" cy="1291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 performance was evaluated using Accuracy, MAE, RMSE, and R² metrics.</a:t>
          </a:r>
        </a:p>
      </dsp:txBody>
      <dsp:txXfrm>
        <a:off x="0" y="2585015"/>
        <a:ext cx="4158191" cy="12915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E684F-6611-4737-A378-E77C07085701}">
      <dsp:nvSpPr>
        <dsp:cNvPr id="0" name=""/>
        <dsp:cNvSpPr/>
      </dsp:nvSpPr>
      <dsp:spPr>
        <a:xfrm>
          <a:off x="834" y="0"/>
          <a:ext cx="3378315" cy="36235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702" tIns="0" rIns="33370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city-based approach did not yield the desired prediction performance.</a:t>
          </a:r>
        </a:p>
      </dsp:txBody>
      <dsp:txXfrm>
        <a:off x="834" y="1449434"/>
        <a:ext cx="3378315" cy="2174151"/>
      </dsp:txXfrm>
    </dsp:sp>
    <dsp:sp modelId="{64D2DF7A-8143-4570-8C63-D0555346BBE5}">
      <dsp:nvSpPr>
        <dsp:cNvPr id="0" name=""/>
        <dsp:cNvSpPr/>
      </dsp:nvSpPr>
      <dsp:spPr>
        <a:xfrm>
          <a:off x="834" y="0"/>
          <a:ext cx="3378315" cy="144943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702" tIns="165100" rIns="3337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01</a:t>
          </a:r>
        </a:p>
      </dsp:txBody>
      <dsp:txXfrm>
        <a:off x="834" y="0"/>
        <a:ext cx="3378315" cy="1449434"/>
      </dsp:txXfrm>
    </dsp:sp>
    <dsp:sp modelId="{DBEF5AAF-B09B-4C35-A477-3EAE22C2ACDE}">
      <dsp:nvSpPr>
        <dsp:cNvPr id="0" name=""/>
        <dsp:cNvSpPr/>
      </dsp:nvSpPr>
      <dsp:spPr>
        <a:xfrm>
          <a:off x="3649414" y="0"/>
          <a:ext cx="3378315" cy="3623586"/>
        </a:xfrm>
        <a:prstGeom prst="rect">
          <a:avLst/>
        </a:prstGeom>
        <a:solidFill>
          <a:schemeClr val="accent4">
            <a:hueOff val="-3196474"/>
            <a:satOff val="-3481"/>
            <a:lumOff val="1862"/>
            <a:alphaOff val="0"/>
          </a:schemeClr>
        </a:solidFill>
        <a:ln w="12700" cap="flat" cmpd="sng" algn="ctr">
          <a:solidFill>
            <a:schemeClr val="accent4">
              <a:hueOff val="-3196474"/>
              <a:satOff val="-3481"/>
              <a:lumOff val="1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702" tIns="0" rIns="33370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 less developed cities, healthcare personnel data contained zero values, especially during 2002–2010.</a:t>
          </a:r>
        </a:p>
      </dsp:txBody>
      <dsp:txXfrm>
        <a:off x="3649414" y="1449434"/>
        <a:ext cx="3378315" cy="2174151"/>
      </dsp:txXfrm>
    </dsp:sp>
    <dsp:sp modelId="{3A17E2C3-BE26-49E0-8342-B9408121E1FE}">
      <dsp:nvSpPr>
        <dsp:cNvPr id="0" name=""/>
        <dsp:cNvSpPr/>
      </dsp:nvSpPr>
      <dsp:spPr>
        <a:xfrm>
          <a:off x="3649414" y="0"/>
          <a:ext cx="3378315" cy="144943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702" tIns="165100" rIns="3337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649414" y="0"/>
        <a:ext cx="3378315" cy="1449434"/>
      </dsp:txXfrm>
    </dsp:sp>
    <dsp:sp modelId="{788D2C22-2AE3-45F3-ACA1-F6B6F99EB81E}">
      <dsp:nvSpPr>
        <dsp:cNvPr id="0" name=""/>
        <dsp:cNvSpPr/>
      </dsp:nvSpPr>
      <dsp:spPr>
        <a:xfrm>
          <a:off x="7297994" y="0"/>
          <a:ext cx="3378315" cy="3623586"/>
        </a:xfrm>
        <a:prstGeom prst="rect">
          <a:avLst/>
        </a:prstGeom>
        <a:solidFill>
          <a:schemeClr val="accent4">
            <a:hueOff val="-6392947"/>
            <a:satOff val="-6962"/>
            <a:lumOff val="3725"/>
            <a:alphaOff val="0"/>
          </a:schemeClr>
        </a:solidFill>
        <a:ln w="12700" cap="flat" cmpd="sng" algn="ctr">
          <a:solidFill>
            <a:schemeClr val="accent4">
              <a:hueOff val="-6392947"/>
              <a:satOff val="-6962"/>
              <a:lumOff val="3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702" tIns="0" rIns="33370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Between 2010–2020, these cities still had very small personnel counts (e.g., 1–10), limiting the reliability of city-level forecasting.</a:t>
          </a:r>
        </a:p>
      </dsp:txBody>
      <dsp:txXfrm>
        <a:off x="7297994" y="1449434"/>
        <a:ext cx="3378315" cy="2174151"/>
      </dsp:txXfrm>
    </dsp:sp>
    <dsp:sp modelId="{DB1EE0F1-FC88-4727-A63C-428B32371681}">
      <dsp:nvSpPr>
        <dsp:cNvPr id="0" name=""/>
        <dsp:cNvSpPr/>
      </dsp:nvSpPr>
      <dsp:spPr>
        <a:xfrm>
          <a:off x="7297994" y="0"/>
          <a:ext cx="3378315" cy="144943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702" tIns="165100" rIns="3337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297994" y="0"/>
        <a:ext cx="3378315" cy="14494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39116-0CF1-4BDB-B89E-23895E28EC88}">
      <dsp:nvSpPr>
        <dsp:cNvPr id="0" name=""/>
        <dsp:cNvSpPr/>
      </dsp:nvSpPr>
      <dsp:spPr>
        <a:xfrm>
          <a:off x="2586000" y="645659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43A03-E1E6-4C15-B4A5-F120764DEBAF}">
      <dsp:nvSpPr>
        <dsp:cNvPr id="0" name=""/>
        <dsp:cNvSpPr/>
      </dsp:nvSpPr>
      <dsp:spPr>
        <a:xfrm>
          <a:off x="1398000" y="3131371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This study demonstrates that a data-driven, region-based approach provides more reliable forecasts for healthcare workforce planning.</a:t>
          </a:r>
        </a:p>
      </dsp:txBody>
      <dsp:txXfrm>
        <a:off x="1398000" y="3131371"/>
        <a:ext cx="4320000" cy="1125000"/>
      </dsp:txXfrm>
    </dsp:sp>
    <dsp:sp modelId="{50E67A13-0B50-41B3-949B-92D4044FAAEA}">
      <dsp:nvSpPr>
        <dsp:cNvPr id="0" name=""/>
        <dsp:cNvSpPr/>
      </dsp:nvSpPr>
      <dsp:spPr>
        <a:xfrm>
          <a:off x="7662000" y="645659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35E4B-4377-43E2-B15D-ED919462B4DE}">
      <dsp:nvSpPr>
        <dsp:cNvPr id="0" name=""/>
        <dsp:cNvSpPr/>
      </dsp:nvSpPr>
      <dsp:spPr>
        <a:xfrm>
          <a:off x="6474000" y="3131371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Machine learning models can support more informed and proactive assignment decisions in national healthcare systems.</a:t>
          </a:r>
        </a:p>
      </dsp:txBody>
      <dsp:txXfrm>
        <a:off x="6474000" y="3131371"/>
        <a:ext cx="4320000" cy="112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85CB7-02AE-4BF1-852F-4DF31C5194BC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D1E3F-36EB-499B-9C4A-F35198752A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962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1E3F-36EB-499B-9C4A-F35198752AD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9433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0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8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02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142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053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48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64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14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22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5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1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89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2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6FBAE-E6F0-5390-F23F-3F8DA4F4B8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BB9AF1-CE92-475C-A47B-5FC32922B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100000">
                <a:srgbClr val="000000">
                  <a:alpha val="0"/>
                </a:srgbClr>
              </a:gs>
              <a:gs pos="30000">
                <a:srgbClr val="00000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58A454E-DFEE-83D2-F04C-038E8774C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9052560" cy="3546179"/>
          </a:xfrm>
        </p:spPr>
        <p:txBody>
          <a:bodyPr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Forecasting Regional Healthcare Workforce Demand in Turkey Using Machine Learning Algorithms</a:t>
            </a:r>
            <a:endParaRPr lang="tr-TR" sz="5600" dirty="0">
              <a:solidFill>
                <a:srgbClr val="FFFFFF"/>
              </a:solidFill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7D7F1D4-DF40-E6FA-E3B9-DCE55129B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9052560" cy="12819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000" dirty="0">
                <a:solidFill>
                  <a:srgbClr val="FFFFFF"/>
                </a:solidFill>
              </a:rPr>
              <a:t>Bedirhan KOKSOY, Yeditepe </a:t>
            </a:r>
            <a:r>
              <a:rPr lang="tr-TR" sz="2000" dirty="0" err="1">
                <a:solidFill>
                  <a:srgbClr val="FFFFFF"/>
                </a:solidFill>
              </a:rPr>
              <a:t>University</a:t>
            </a:r>
            <a:r>
              <a:rPr lang="tr-TR" sz="2000" dirty="0">
                <a:solidFill>
                  <a:srgbClr val="FFFFFF"/>
                </a:solidFill>
              </a:rPr>
              <a:t>, Türkiye</a:t>
            </a:r>
          </a:p>
          <a:p>
            <a:pPr>
              <a:lnSpc>
                <a:spcPct val="90000"/>
              </a:lnSpc>
            </a:pPr>
            <a:r>
              <a:rPr lang="tr-TR" sz="2000" dirty="0">
                <a:solidFill>
                  <a:srgbClr val="FFFFFF"/>
                </a:solidFill>
              </a:rPr>
              <a:t>Ali PASAOGLU, </a:t>
            </a:r>
            <a:r>
              <a:rPr lang="tr-TR" sz="2000" dirty="0" err="1">
                <a:solidFill>
                  <a:srgbClr val="FFFFFF"/>
                </a:solidFill>
              </a:rPr>
              <a:t>Istanbul</a:t>
            </a:r>
            <a:r>
              <a:rPr lang="tr-TR" sz="2000" dirty="0">
                <a:solidFill>
                  <a:srgbClr val="FFFFFF"/>
                </a:solidFill>
              </a:rPr>
              <a:t> Rumeli </a:t>
            </a:r>
            <a:r>
              <a:rPr lang="tr-TR" sz="2000" dirty="0" err="1">
                <a:solidFill>
                  <a:srgbClr val="FFFFFF"/>
                </a:solidFill>
              </a:rPr>
              <a:t>University</a:t>
            </a:r>
            <a:r>
              <a:rPr lang="tr-TR" sz="2000" dirty="0">
                <a:solidFill>
                  <a:srgbClr val="FFFFFF"/>
                </a:solidFill>
              </a:rPr>
              <a:t>, Türkiye</a:t>
            </a:r>
          </a:p>
          <a:p>
            <a:pPr>
              <a:lnSpc>
                <a:spcPct val="90000"/>
              </a:lnSpc>
            </a:pPr>
            <a:r>
              <a:rPr lang="tr-TR" sz="2000" dirty="0">
                <a:solidFill>
                  <a:srgbClr val="FFFFFF"/>
                </a:solidFill>
              </a:rPr>
              <a:t>Aysel AKBEL, </a:t>
            </a:r>
            <a:r>
              <a:rPr lang="tr-TR" sz="2000" dirty="0" err="1">
                <a:solidFill>
                  <a:srgbClr val="FFFFFF"/>
                </a:solidFill>
              </a:rPr>
              <a:t>Istanbul</a:t>
            </a:r>
            <a:r>
              <a:rPr lang="tr-TR" sz="2000" dirty="0">
                <a:solidFill>
                  <a:srgbClr val="FFFFFF"/>
                </a:solidFill>
              </a:rPr>
              <a:t> Rumeli </a:t>
            </a:r>
            <a:r>
              <a:rPr lang="tr-TR" sz="2000" dirty="0" err="1">
                <a:solidFill>
                  <a:srgbClr val="FFFFFF"/>
                </a:solidFill>
              </a:rPr>
              <a:t>University</a:t>
            </a:r>
            <a:r>
              <a:rPr lang="tr-TR" sz="2000" dirty="0">
                <a:solidFill>
                  <a:srgbClr val="FFFFFF"/>
                </a:solidFill>
              </a:rPr>
              <a:t>, Türkiye</a:t>
            </a:r>
          </a:p>
          <a:p>
            <a:pPr>
              <a:lnSpc>
                <a:spcPct val="90000"/>
              </a:lnSpc>
            </a:pPr>
            <a:endParaRPr lang="tr-TR" sz="2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6" name="Resim 5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23BE8E8-C1DD-3992-1BE8-FBEADF11B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7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0C9A191-62EE-4A86-8FF9-6794BC3C5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6" descr="Mavi arka plan içindeki bir Steki kapsam görüntüsü">
            <a:extLst>
              <a:ext uri="{FF2B5EF4-FFF2-40B4-BE49-F238E27FC236}">
                <a16:creationId xmlns:a16="http://schemas.microsoft.com/office/drawing/2014/main" id="{CC102587-CF9F-C155-34A9-CC90824738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222F81D-28CB-42CB-9961-602C33F65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5C5DF5-E801-41C6-6B99-2C80068B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01002"/>
            <a:ext cx="3831335" cy="4312829"/>
          </a:xfrm>
        </p:spPr>
        <p:txBody>
          <a:bodyPr>
            <a:normAutofit/>
          </a:bodyPr>
          <a:lstStyle/>
          <a:p>
            <a:r>
              <a:rPr lang="tr-TR"/>
              <a:t>Background and Motivation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1E1E49-F752-49CA-BFF6-1303B0A8A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2021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6">
            <a:extLst>
              <a:ext uri="{FF2B5EF4-FFF2-40B4-BE49-F238E27FC236}">
                <a16:creationId xmlns:a16="http://schemas.microsoft.com/office/drawing/2014/main" id="{4E75910E-4112-4447-8981-4CA7ACEF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7" name="İçerik Yer Tutucusu 2">
            <a:extLst>
              <a:ext uri="{FF2B5EF4-FFF2-40B4-BE49-F238E27FC236}">
                <a16:creationId xmlns:a16="http://schemas.microsoft.com/office/drawing/2014/main" id="{9FB110C1-8FC6-15FC-5A22-6B5DE7AE2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969951"/>
              </p:ext>
            </p:extLst>
          </p:nvPr>
        </p:nvGraphicFramePr>
        <p:xfrm>
          <a:off x="5232992" y="1201002"/>
          <a:ext cx="6197007" cy="4312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Resim 3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328BE68-E6E1-B735-27E8-D8CF61A099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02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79AC5E7-2560-471A-5EDD-F6E17174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6"/>
            <a:ext cx="5312254" cy="1540106"/>
          </a:xfrm>
        </p:spPr>
        <p:txBody>
          <a:bodyPr>
            <a:normAutofit/>
          </a:bodyPr>
          <a:lstStyle/>
          <a:p>
            <a:pPr algn="ctr"/>
            <a:r>
              <a:rPr lang="en-US" sz="3300" dirty="0"/>
              <a:t>Understanding the Healthcare System in Türkiye</a:t>
            </a:r>
            <a:endParaRPr lang="tr-TR" sz="33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 descr="Bir cam çı içinde kapsüller ve barlar">
            <a:extLst>
              <a:ext uri="{FF2B5EF4-FFF2-40B4-BE49-F238E27FC236}">
                <a16:creationId xmlns:a16="http://schemas.microsoft.com/office/drawing/2014/main" id="{4FB01159-9285-0339-DF86-08C88D68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967"/>
          <a:stretch>
            <a:fillRect/>
          </a:stretch>
        </p:blipFill>
        <p:spPr>
          <a:xfrm>
            <a:off x="6976933" y="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</p:spPr>
      </p:pic>
      <p:sp>
        <p:nvSpPr>
          <p:cNvPr id="46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5" name="İçerik Yer Tutucusu 2">
            <a:extLst>
              <a:ext uri="{FF2B5EF4-FFF2-40B4-BE49-F238E27FC236}">
                <a16:creationId xmlns:a16="http://schemas.microsoft.com/office/drawing/2014/main" id="{75C492EE-1B67-7508-1328-A3E678ABB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90803"/>
              </p:ext>
            </p:extLst>
          </p:nvPr>
        </p:nvGraphicFramePr>
        <p:xfrm>
          <a:off x="947772" y="2463805"/>
          <a:ext cx="5621800" cy="3330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899CEF3-F357-E7E1-3F26-E11EAEF545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F8800B-96D5-0EE3-5E9F-7220C850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Problem Statement</a:t>
            </a:r>
          </a:p>
        </p:txBody>
      </p: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4D5E13B1-3A31-47C7-8474-7A3DE600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3888" y="1976039"/>
            <a:ext cx="10515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037" name="İçerik Yer Tutucusu 2">
            <a:extLst>
              <a:ext uri="{FF2B5EF4-FFF2-40B4-BE49-F238E27FC236}">
                <a16:creationId xmlns:a16="http://schemas.microsoft.com/office/drawing/2014/main" id="{22C418A8-20E8-421F-F97C-DFE744492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989359"/>
              </p:ext>
            </p:extLst>
          </p:nvPr>
        </p:nvGraphicFramePr>
        <p:xfrm>
          <a:off x="7837867" y="2193946"/>
          <a:ext cx="3833434" cy="4446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 descr="MY LIFE (Something's Missing) — Glad Tidings by Mel">
            <a:extLst>
              <a:ext uri="{FF2B5EF4-FFF2-40B4-BE49-F238E27FC236}">
                <a16:creationId xmlns:a16="http://schemas.microsoft.com/office/drawing/2014/main" id="{2DD7EC96-6C64-0370-3573-5933A4099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02" y="2141559"/>
            <a:ext cx="7317263" cy="455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D97739E-271C-FB1D-B81C-C54FE14B65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7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FED28FF-746B-05F1-3BBA-4C45EFB32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tr-TR">
                <a:solidFill>
                  <a:schemeClr val="bg1"/>
                </a:solidFill>
              </a:rPr>
              <a:t>Proposed Solution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CF414113-54D8-E017-9BEA-BD4D87BC1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556364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F53F503-F393-A7FA-02AB-F26F45CA91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2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C93B8F8-BA1E-818D-9E45-440A1229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tr-TR">
                <a:solidFill>
                  <a:schemeClr val="bg1"/>
                </a:solidFill>
              </a:rPr>
              <a:t>Methodological Overview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1B8977DD-7FDD-1BF5-B11E-0E578EC83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216099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626A376-9FF8-0987-9009-654570B082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3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ABE47C4-7BB5-A31A-558E-AC553761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248" y="2563702"/>
            <a:ext cx="3122148" cy="1730596"/>
          </a:xfrm>
        </p:spPr>
        <p:txBody>
          <a:bodyPr>
            <a:noAutofit/>
          </a:bodyPr>
          <a:lstStyle/>
          <a:p>
            <a:pPr algn="ctr"/>
            <a:r>
              <a:rPr lang="tr-TR" sz="5400" dirty="0"/>
              <a:t>Data Collection</a:t>
            </a:r>
            <a:br>
              <a:rPr lang="tr-TR" sz="5400" dirty="0"/>
            </a:br>
            <a:endParaRPr lang="tr-TR" sz="54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F314BDCF-B175-464E-EF92-FD99C21A32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117304"/>
              </p:ext>
            </p:extLst>
          </p:nvPr>
        </p:nvGraphicFramePr>
        <p:xfrm>
          <a:off x="4510398" y="572510"/>
          <a:ext cx="7477607" cy="5279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6D7C68B-7918-B521-B359-C4FE3147B1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3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7F033F2-769C-C6C8-A765-642B7745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5"/>
            <a:ext cx="3122148" cy="4807541"/>
          </a:xfrm>
        </p:spPr>
        <p:txBody>
          <a:bodyPr>
            <a:normAutofit/>
          </a:bodyPr>
          <a:lstStyle/>
          <a:p>
            <a:r>
              <a:rPr lang="tr-TR" sz="5100" dirty="0"/>
              <a:t>Data Collection (</a:t>
            </a:r>
            <a:r>
              <a:rPr lang="tr-TR" sz="5100" dirty="0" err="1"/>
              <a:t>Personnel</a:t>
            </a:r>
            <a:r>
              <a:rPr lang="tr-TR" sz="5100" dirty="0"/>
              <a:t> </a:t>
            </a:r>
            <a:r>
              <a:rPr lang="tr-TR" sz="5100" dirty="0" err="1"/>
              <a:t>Categories</a:t>
            </a:r>
            <a:r>
              <a:rPr lang="tr-TR" sz="5100" dirty="0"/>
              <a:t>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AB89661F-4A28-0C04-FFB3-28719F789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132961"/>
              </p:ext>
            </p:extLst>
          </p:nvPr>
        </p:nvGraphicFramePr>
        <p:xfrm>
          <a:off x="4298950" y="280492"/>
          <a:ext cx="7615044" cy="5034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up 3">
            <a:extLst>
              <a:ext uri="{FF2B5EF4-FFF2-40B4-BE49-F238E27FC236}">
                <a16:creationId xmlns:a16="http://schemas.microsoft.com/office/drawing/2014/main" id="{E94F9E74-B25C-EB55-D256-4E3F16641E01}"/>
              </a:ext>
            </a:extLst>
          </p:cNvPr>
          <p:cNvGrpSpPr/>
          <p:nvPr/>
        </p:nvGrpSpPr>
        <p:grpSpPr>
          <a:xfrm>
            <a:off x="3508458" y="2184077"/>
            <a:ext cx="7615045" cy="4598528"/>
            <a:chOff x="-2021138" y="2489847"/>
            <a:chExt cx="7615045" cy="4598528"/>
          </a:xfrm>
        </p:grpSpPr>
        <p:sp>
          <p:nvSpPr>
            <p:cNvPr id="6" name="Dikdörtgen 5">
              <a:extLst>
                <a:ext uri="{FF2B5EF4-FFF2-40B4-BE49-F238E27FC236}">
                  <a16:creationId xmlns:a16="http://schemas.microsoft.com/office/drawing/2014/main" id="{7277FC85-C63E-9483-4E23-001D8A30D6FC}"/>
                </a:ext>
              </a:extLst>
            </p:cNvPr>
            <p:cNvSpPr/>
            <p:nvPr/>
          </p:nvSpPr>
          <p:spPr>
            <a:xfrm>
              <a:off x="0" y="2489847"/>
              <a:ext cx="1132807" cy="248984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7" name="Metin kutusu 6">
              <a:extLst>
                <a:ext uri="{FF2B5EF4-FFF2-40B4-BE49-F238E27FC236}">
                  <a16:creationId xmlns:a16="http://schemas.microsoft.com/office/drawing/2014/main" id="{7F7DDFA4-3199-3FFF-9A40-5785C5F14315}"/>
                </a:ext>
              </a:extLst>
            </p:cNvPr>
            <p:cNvSpPr txBox="1"/>
            <p:nvPr/>
          </p:nvSpPr>
          <p:spPr>
            <a:xfrm>
              <a:off x="-2021138" y="5696115"/>
              <a:ext cx="7615045" cy="13922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t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800" kern="1200" dirty="0" err="1"/>
                <a:t>For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each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category</a:t>
              </a:r>
              <a:r>
                <a:rPr lang="tr-TR" sz="2800" kern="1200" dirty="0"/>
                <a:t>, data </a:t>
              </a:r>
              <a:r>
                <a:rPr lang="tr-TR" sz="2800" kern="1200" dirty="0" err="1"/>
                <a:t>were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collected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for</a:t>
              </a:r>
              <a:r>
                <a:rPr lang="tr-TR" sz="2800" kern="1200" dirty="0"/>
                <a:t> 81 </a:t>
              </a:r>
              <a:r>
                <a:rPr lang="tr-TR" sz="2800" kern="1200" dirty="0" err="1"/>
                <a:t>cities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over</a:t>
              </a:r>
              <a:r>
                <a:rPr lang="tr-TR" sz="2800" kern="1200" dirty="0"/>
                <a:t> 22 </a:t>
              </a:r>
              <a:r>
                <a:rPr lang="tr-TR" sz="2800" kern="1200" dirty="0" err="1"/>
                <a:t>years</a:t>
              </a:r>
              <a:r>
                <a:rPr lang="tr-TR" sz="2800" kern="1200" dirty="0"/>
                <a:t>, </a:t>
              </a:r>
              <a:r>
                <a:rPr lang="tr-TR" sz="2800" kern="1200" dirty="0" err="1"/>
                <a:t>resulting</a:t>
              </a:r>
              <a:r>
                <a:rPr lang="tr-TR" sz="2800" kern="1200" dirty="0"/>
                <a:t> in 1,782 </a:t>
              </a:r>
              <a:r>
                <a:rPr lang="tr-TR" sz="2800" kern="1200" dirty="0" err="1"/>
                <a:t>records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per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personnel</a:t>
              </a:r>
              <a:r>
                <a:rPr lang="tr-TR" sz="2800" kern="1200" dirty="0"/>
                <a:t> </a:t>
              </a:r>
              <a:r>
                <a:rPr lang="tr-TR" sz="2800" kern="1200" dirty="0" err="1"/>
                <a:t>type</a:t>
              </a:r>
              <a:r>
                <a:rPr lang="tr-TR" sz="2800" kern="1200" dirty="0"/>
                <a:t>.</a:t>
              </a:r>
              <a:endParaRPr lang="en-US" sz="2800" kern="1200" dirty="0"/>
            </a:p>
          </p:txBody>
        </p:sp>
      </p:grpSp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D660351-F21D-1171-28DD-DA3F8620EF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22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1CA48A-17C8-C443-22CD-C5930FC8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744" y="691762"/>
            <a:ext cx="3541205" cy="1706649"/>
          </a:xfrm>
        </p:spPr>
        <p:txBody>
          <a:bodyPr anchor="ctr">
            <a:normAutofit/>
          </a:bodyPr>
          <a:lstStyle/>
          <a:p>
            <a:r>
              <a:rPr lang="tr-TR" sz="4400"/>
              <a:t>Data Preprocessing</a:t>
            </a:r>
          </a:p>
        </p:txBody>
      </p:sp>
      <p:pic>
        <p:nvPicPr>
          <p:cNvPr id="5" name="Resim 4" descr="ekran görüntüsü, kare, dikdörtgen, kırmız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FFBDF44-9DFF-2E8B-A262-60518841D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6" y="-14604"/>
            <a:ext cx="6959599" cy="687260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A0812C-8DCE-4CA2-904B-A5A5C12C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005840"/>
            <a:ext cx="0" cy="5852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AD6818-FB01-F3A4-ED9B-FDAA64E75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6206" y="2623930"/>
            <a:ext cx="3733666" cy="354230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Irrelevant features were removed from the dataset.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en-US" dirty="0"/>
              <a:t>Dentists and pharmacists were excluded from hospital-based analysis.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en-US" dirty="0"/>
              <a:t>The final dataset consists of 16,119 records.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en-US" dirty="0"/>
              <a:t>Correlation analysis indicated strong relationships among variables.</a:t>
            </a:r>
            <a:endParaRPr lang="tr-TR" dirty="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4" name="Resim 3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BB9953B-7F38-F433-9AA8-0CC8F27EF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66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DCD2E3-0225-F3DE-4498-E3F5583C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tr-TR" dirty="0"/>
              <a:t>Machine Learning </a:t>
            </a:r>
            <a:r>
              <a:rPr lang="tr-TR" dirty="0" err="1"/>
              <a:t>Models</a:t>
            </a:r>
            <a:endParaRPr lang="tr-TR" dirty="0"/>
          </a:p>
        </p:txBody>
      </p:sp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6" name="İçerik Yer Tutucusu 2">
            <a:extLst>
              <a:ext uri="{FF2B5EF4-FFF2-40B4-BE49-F238E27FC236}">
                <a16:creationId xmlns:a16="http://schemas.microsoft.com/office/drawing/2014/main" id="{418E64F0-5806-34B2-D565-32D5DF26B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017587"/>
              </p:ext>
            </p:extLst>
          </p:nvPr>
        </p:nvGraphicFramePr>
        <p:xfrm>
          <a:off x="4748879" y="508000"/>
          <a:ext cx="6940548" cy="5467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9C4D6E8-2FD9-116F-B003-9244874A7A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85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E546421-A976-84B8-42DB-D936ABDE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Overview</a:t>
            </a:r>
            <a:endParaRPr lang="tr-TR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8" name="İçerik Yer Tutucusu 2">
            <a:extLst>
              <a:ext uri="{FF2B5EF4-FFF2-40B4-BE49-F238E27FC236}">
                <a16:creationId xmlns:a16="http://schemas.microsoft.com/office/drawing/2014/main" id="{FCDF9B94-D2DC-220F-02D4-1BB753AED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10696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39CC7FE-F897-026F-960C-BC46D7F2C9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23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8F11507-845F-83FF-E1E2-AD70ACFF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744" y="691762"/>
            <a:ext cx="3541205" cy="1706649"/>
          </a:xfrm>
        </p:spPr>
        <p:txBody>
          <a:bodyPr anchor="ctr">
            <a:normAutofit/>
          </a:bodyPr>
          <a:lstStyle/>
          <a:p>
            <a:r>
              <a:rPr lang="tr-TR" sz="4800"/>
              <a:t>City Based Approach</a:t>
            </a:r>
          </a:p>
        </p:txBody>
      </p:sp>
      <p:pic>
        <p:nvPicPr>
          <p:cNvPr id="7" name="Resim 6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1D14253-31A6-8020-3081-DB8619CDB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5262"/>
            <a:ext cx="7534243" cy="6102738"/>
          </a:xfrm>
          <a:prstGeom prst="rect">
            <a:avLst/>
          </a:prstGeom>
        </p:spPr>
      </p:pic>
      <p:cxnSp>
        <p:nvCxnSpPr>
          <p:cNvPr id="25" name="Straight Connector 19">
            <a:extLst>
              <a:ext uri="{FF2B5EF4-FFF2-40B4-BE49-F238E27FC236}">
                <a16:creationId xmlns:a16="http://schemas.microsoft.com/office/drawing/2014/main" id="{61A0812C-8DCE-4CA2-904B-A5A5C12C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005840"/>
            <a:ext cx="0" cy="5852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6" name="İçerik Yer Tutucusu 2">
            <a:extLst>
              <a:ext uri="{FF2B5EF4-FFF2-40B4-BE49-F238E27FC236}">
                <a16:creationId xmlns:a16="http://schemas.microsoft.com/office/drawing/2014/main" id="{3168E025-7BE2-541D-A715-58ADBF22F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296818"/>
              </p:ext>
            </p:extLst>
          </p:nvPr>
        </p:nvGraphicFramePr>
        <p:xfrm>
          <a:off x="7765294" y="2631187"/>
          <a:ext cx="4158191" cy="3878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73BE748-678B-AC5D-33B8-082C0D2C73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30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31DBF9C-678A-8572-7870-F2890196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74056"/>
          </a:xfrm>
        </p:spPr>
        <p:txBody>
          <a:bodyPr anchor="b">
            <a:normAutofit/>
          </a:bodyPr>
          <a:lstStyle/>
          <a:p>
            <a:r>
              <a:rPr lang="en-US" sz="5600" dirty="0"/>
              <a:t>Why City-Based Results Are Limited</a:t>
            </a:r>
            <a:endParaRPr lang="tr-TR" sz="5600" dirty="0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75957A82-3D5F-0823-067F-88D5E5C2C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9595"/>
              </p:ext>
            </p:extLst>
          </p:nvPr>
        </p:nvGraphicFramePr>
        <p:xfrm>
          <a:off x="752857" y="2436128"/>
          <a:ext cx="10677144" cy="3623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B6FC526-1388-52A8-BA29-CB72C2F755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90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AFEC52C-4186-0584-0BE1-0478A354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744" y="691762"/>
            <a:ext cx="3541205" cy="1706649"/>
          </a:xfrm>
        </p:spPr>
        <p:txBody>
          <a:bodyPr anchor="ctr">
            <a:normAutofit/>
          </a:bodyPr>
          <a:lstStyle/>
          <a:p>
            <a:r>
              <a:rPr lang="tr-TR" sz="4800"/>
              <a:t>Region-Based Approach</a:t>
            </a:r>
          </a:p>
        </p:txBody>
      </p:sp>
      <p:pic>
        <p:nvPicPr>
          <p:cNvPr id="5" name="Resim 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E602514-C853-33EF-9973-142DB751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" y="762000"/>
            <a:ext cx="7525925" cy="6096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A0812C-8DCE-4CA2-904B-A5A5C12C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005840"/>
            <a:ext cx="0" cy="5852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072448-616D-DC1F-E277-061DD0E37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666" y="2623929"/>
            <a:ext cx="4056587" cy="3834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In the second phase, forecasts were conducted using a region-based perspective.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en-US" dirty="0"/>
              <a:t>Aggregating cities into regions reduced data sparsity and local variability observed in city-level analysis.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en-US" dirty="0"/>
              <a:t>As a result, the region-based approach produced more stable and reliable workforce demand predictions.</a:t>
            </a:r>
            <a:endParaRPr lang="tr-TR" dirty="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4" name="Resim 3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29EFC4-D360-98F8-C0EF-B6DD024CB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48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C9A191-62EE-4A86-8FF9-6794BC3C5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Hesap makinesi, kalem, pusula, para ve üzerinde grafik yazılı kağıt">
            <a:extLst>
              <a:ext uri="{FF2B5EF4-FFF2-40B4-BE49-F238E27FC236}">
                <a16:creationId xmlns:a16="http://schemas.microsoft.com/office/drawing/2014/main" id="{D7DACCEA-4ED5-ACCD-1692-4ED7D6AE6B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b="6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222F81D-28CB-42CB-9961-602C33F65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87E5075-34AC-4B1B-26B3-AC47442FB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01002"/>
            <a:ext cx="3831335" cy="4312829"/>
          </a:xfrm>
        </p:spPr>
        <p:txBody>
          <a:bodyPr>
            <a:normAutofit/>
          </a:bodyPr>
          <a:lstStyle/>
          <a:p>
            <a:r>
              <a:rPr lang="en-US"/>
              <a:t>Best Performing Model and Limitations</a:t>
            </a:r>
            <a:endParaRPr lang="tr-T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1E1E49-F752-49CA-BFF6-1303B0A8A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2021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389540-FDA1-27B0-68C5-F48B8EA8A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992" y="1201002"/>
            <a:ext cx="6748549" cy="5301398"/>
          </a:xfrm>
        </p:spPr>
        <p:txBody>
          <a:bodyPr>
            <a:normAutofit/>
          </a:bodyPr>
          <a:lstStyle/>
          <a:p>
            <a:r>
              <a:rPr lang="en-US" sz="2400" dirty="0" err="1"/>
              <a:t>XGBoost</a:t>
            </a:r>
            <a:r>
              <a:rPr lang="en-US" sz="2400" dirty="0"/>
              <a:t> achieved the best overall performance by effectively modeling non-linear relationships in the data.</a:t>
            </a:r>
            <a:endParaRPr lang="tr-TR" sz="2400" dirty="0"/>
          </a:p>
          <a:p>
            <a:r>
              <a:rPr lang="en-US" sz="2400" dirty="0"/>
              <a:t>Its robust handling of complex and multivariate features contributed to higher predictive accuracy.</a:t>
            </a:r>
            <a:endParaRPr lang="tr-TR" sz="2400" dirty="0"/>
          </a:p>
          <a:p>
            <a:r>
              <a:rPr lang="en-US" sz="2400" dirty="0"/>
              <a:t>The model accuracy did not exceed 90% due to external factors such as earthquakes, major healthcare assignment regulations, and the 2014 TUEY reform.</a:t>
            </a:r>
            <a:endParaRPr lang="tr-TR" sz="2400" dirty="0"/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4E75910E-4112-4447-8981-4CA7ACEF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4" name="Resim 3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DF01617-25D6-32D1-F6C7-C2ADD84CA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BE8D2B-CBDA-C8D8-0D79-DC5FE9B6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pPr algn="ctr"/>
            <a:r>
              <a:rPr lang="tr-TR" dirty="0" err="1">
                <a:solidFill>
                  <a:schemeClr val="bg1"/>
                </a:solidFill>
              </a:rPr>
              <a:t>Conclusion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AutoShape 2" descr="How to Craft a Compelling Conclusion: Tips and Techniques - MES">
            <a:extLst>
              <a:ext uri="{FF2B5EF4-FFF2-40B4-BE49-F238E27FC236}">
                <a16:creationId xmlns:a16="http://schemas.microsoft.com/office/drawing/2014/main" id="{B9C459C0-F0FE-A2D6-CBD3-E5BA46642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graphicFrame>
        <p:nvGraphicFramePr>
          <p:cNvPr id="6" name="İçerik Yer Tutucusu 2">
            <a:extLst>
              <a:ext uri="{FF2B5EF4-FFF2-40B4-BE49-F238E27FC236}">
                <a16:creationId xmlns:a16="http://schemas.microsoft.com/office/drawing/2014/main" id="{5EB36724-20C4-0D54-28D5-CA4D650858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535118"/>
              </p:ext>
            </p:extLst>
          </p:nvPr>
        </p:nvGraphicFramePr>
        <p:xfrm>
          <a:off x="0" y="1955969"/>
          <a:ext cx="12192000" cy="4902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83E1F6B-A9C7-E247-E917-F6B0C4F5EA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16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AA5DFF-F391-4D1C-B76E-4E130B8C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0BDE2-3A2A-4B48-9B39-C9C6FBB0A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D6C18F9-E8FE-8D9C-E4B7-1E87AFC0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4526"/>
            <a:ext cx="9601200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Thank You For Your Attention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91326CA-698F-4F50-A3B5-4A709B6A1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3" name="Resim 2" descr="logo, daire, ticari marka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8CB00E2-245D-052F-227A-62A61354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214" y="5700234"/>
            <a:ext cx="1157765" cy="11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16006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677</Words>
  <Application>Microsoft Office PowerPoint</Application>
  <PresentationFormat>Geniş ekran</PresentationFormat>
  <Paragraphs>81</Paragraphs>
  <Slides>17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2" baseType="lpstr">
      <vt:lpstr>Aptos</vt:lpstr>
      <vt:lpstr>Arial</vt:lpstr>
      <vt:lpstr>Avenir Next LT Pro</vt:lpstr>
      <vt:lpstr>Sitka Banner</vt:lpstr>
      <vt:lpstr>HeadlinesVTI</vt:lpstr>
      <vt:lpstr>Forecasting Regional Healthcare Workforce Demand in Turkey Using Machine Learning Algorithms</vt:lpstr>
      <vt:lpstr>Background and Motivation</vt:lpstr>
      <vt:lpstr>Understanding the Healthcare System in Türkiye</vt:lpstr>
      <vt:lpstr>Problem Statement</vt:lpstr>
      <vt:lpstr>Proposed Solution</vt:lpstr>
      <vt:lpstr>Methodological Overview</vt:lpstr>
      <vt:lpstr>Data Collection </vt:lpstr>
      <vt:lpstr>Data Collection (Personnel Categories)</vt:lpstr>
      <vt:lpstr>Data Preprocessing</vt:lpstr>
      <vt:lpstr>Machine Learning Models</vt:lpstr>
      <vt:lpstr>Results Overview</vt:lpstr>
      <vt:lpstr>City Based Approach</vt:lpstr>
      <vt:lpstr>Why City-Based Results Are Limited</vt:lpstr>
      <vt:lpstr>Region-Based Approach</vt:lpstr>
      <vt:lpstr>Best Performing Model and Limitations</vt:lpstr>
      <vt:lpstr>Conclusion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Bedirhan Köksoy</dc:creator>
  <cp:lastModifiedBy>Bedirhan Köksoy</cp:lastModifiedBy>
  <cp:revision>9</cp:revision>
  <dcterms:created xsi:type="dcterms:W3CDTF">2025-12-25T13:44:37Z</dcterms:created>
  <dcterms:modified xsi:type="dcterms:W3CDTF">2025-12-25T15:00:42Z</dcterms:modified>
</cp:coreProperties>
</file>